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84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9" autoAdjust="0"/>
    <p:restoredTop sz="94660"/>
  </p:normalViewPr>
  <p:slideViewPr>
    <p:cSldViewPr snapToGrid="0">
      <p:cViewPr>
        <p:scale>
          <a:sx n="100" d="100"/>
          <a:sy n="100" d="100"/>
        </p:scale>
        <p:origin x="1339" y="7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tBDf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950967" y="1526000"/>
            <a:ext cx="5482800" cy="317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667">
                <a:latin typeface="Epilogue"/>
                <a:ea typeface="Epilogue"/>
                <a:cs typeface="Epilogue"/>
                <a:sym typeface="Epilogu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950967" y="4697600"/>
            <a:ext cx="5482800" cy="6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133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rot="10800000">
            <a:off x="-2139457" y="-1126843"/>
            <a:ext cx="4375224" cy="2843741"/>
          </a:xfrm>
          <a:custGeom>
            <a:avLst/>
            <a:gdLst/>
            <a:ahLst/>
            <a:cxnLst/>
            <a:rect l="l" t="t" r="r" b="b"/>
            <a:pathLst>
              <a:path w="38869" h="30330" extrusionOk="0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" name="Google Shape;12;p2"/>
          <p:cNvSpPr/>
          <p:nvPr/>
        </p:nvSpPr>
        <p:spPr>
          <a:xfrm rot="-9899992" flipH="1">
            <a:off x="-2020261" y="5495142"/>
            <a:ext cx="5271440" cy="2562361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702466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5396233" y="3429300"/>
            <a:ext cx="5844800" cy="112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64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title" idx="2" hasCustomPrompt="1"/>
          </p:nvPr>
        </p:nvSpPr>
        <p:spPr>
          <a:xfrm>
            <a:off x="5396233" y="1762633"/>
            <a:ext cx="1647600" cy="112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6" name="Google Shape;16;p3"/>
          <p:cNvSpPr>
            <a:spLocks noGrp="1"/>
          </p:cNvSpPr>
          <p:nvPr>
            <p:ph type="pic" idx="3"/>
          </p:nvPr>
        </p:nvSpPr>
        <p:spPr>
          <a:xfrm>
            <a:off x="646167" y="1435400"/>
            <a:ext cx="3987200" cy="39872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17" name="Google Shape;17;p3"/>
          <p:cNvSpPr/>
          <p:nvPr/>
        </p:nvSpPr>
        <p:spPr>
          <a:xfrm rot="-3263452" flipH="1">
            <a:off x="7796196" y="5237236"/>
            <a:ext cx="3997141" cy="3435056"/>
          </a:xfrm>
          <a:custGeom>
            <a:avLst/>
            <a:gdLst/>
            <a:ahLst/>
            <a:cxnLst/>
            <a:rect l="l" t="t" r="r" b="b"/>
            <a:pathLst>
              <a:path w="38869" h="30330" extrusionOk="0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8" name="Google Shape;18;p3"/>
          <p:cNvSpPr/>
          <p:nvPr/>
        </p:nvSpPr>
        <p:spPr>
          <a:xfrm rot="460623" flipH="1">
            <a:off x="8516335" y="-2022779"/>
            <a:ext cx="5449415" cy="4406276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9" name="Google Shape;19;p3"/>
          <p:cNvSpPr/>
          <p:nvPr/>
        </p:nvSpPr>
        <p:spPr>
          <a:xfrm rot="-4592116" flipH="1">
            <a:off x="8253" y="150934"/>
            <a:ext cx="857169" cy="693105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7621714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960000" y="1621003"/>
            <a:ext cx="102720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marL="1219170" lvl="1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828754" lvl="2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2438339" lvl="3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3047924" lvl="4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3657509" lvl="5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4267093" lvl="6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4876678" lvl="7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5486263" lvl="8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Google Shape;23;p4"/>
          <p:cNvSpPr/>
          <p:nvPr/>
        </p:nvSpPr>
        <p:spPr>
          <a:xfrm rot="-4014673" flipH="1">
            <a:off x="-2397905" y="-1372496"/>
            <a:ext cx="4211301" cy="3346181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4" name="Google Shape;24;p4"/>
          <p:cNvSpPr/>
          <p:nvPr/>
        </p:nvSpPr>
        <p:spPr>
          <a:xfrm flipH="1">
            <a:off x="11141122" y="3556383"/>
            <a:ext cx="978727" cy="60357"/>
          </a:xfrm>
          <a:custGeom>
            <a:avLst/>
            <a:gdLst/>
            <a:ahLst/>
            <a:cxnLst/>
            <a:rect l="l" t="t" r="r" b="b"/>
            <a:pathLst>
              <a:path w="824770" h="50863" extrusionOk="0">
                <a:moveTo>
                  <a:pt x="799338" y="50863"/>
                </a:moveTo>
                <a:lnTo>
                  <a:pt x="25432" y="50863"/>
                </a:lnTo>
                <a:cubicBezTo>
                  <a:pt x="11430" y="50863"/>
                  <a:pt x="0" y="39433"/>
                  <a:pt x="0" y="25432"/>
                </a:cubicBezTo>
                <a:lnTo>
                  <a:pt x="0" y="25432"/>
                </a:lnTo>
                <a:cubicBezTo>
                  <a:pt x="0" y="11430"/>
                  <a:pt x="11430" y="0"/>
                  <a:pt x="25432" y="0"/>
                </a:cubicBezTo>
                <a:lnTo>
                  <a:pt x="799338" y="0"/>
                </a:lnTo>
                <a:cubicBezTo>
                  <a:pt x="813339" y="0"/>
                  <a:pt x="824770" y="11430"/>
                  <a:pt x="824770" y="25432"/>
                </a:cubicBezTo>
                <a:lnTo>
                  <a:pt x="824770" y="25432"/>
                </a:lnTo>
                <a:cubicBezTo>
                  <a:pt x="824770" y="39433"/>
                  <a:pt x="813339" y="50863"/>
                  <a:pt x="799338" y="50863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" name="Google Shape;25;p4"/>
          <p:cNvGrpSpPr/>
          <p:nvPr/>
        </p:nvGrpSpPr>
        <p:grpSpPr>
          <a:xfrm flipH="1">
            <a:off x="11174054" y="2306578"/>
            <a:ext cx="891711" cy="1279663"/>
            <a:chOff x="10519314" y="4728596"/>
            <a:chExt cx="751780" cy="1078731"/>
          </a:xfrm>
        </p:grpSpPr>
        <p:grpSp>
          <p:nvGrpSpPr>
            <p:cNvPr id="26" name="Google Shape;26;p4"/>
            <p:cNvGrpSpPr/>
            <p:nvPr/>
          </p:nvGrpSpPr>
          <p:grpSpPr>
            <a:xfrm>
              <a:off x="10519314" y="4728596"/>
              <a:ext cx="626662" cy="1078731"/>
              <a:chOff x="10519314" y="4728596"/>
              <a:chExt cx="626662" cy="1078731"/>
            </a:xfrm>
          </p:grpSpPr>
          <p:grpSp>
            <p:nvGrpSpPr>
              <p:cNvPr id="27" name="Google Shape;27;p4"/>
              <p:cNvGrpSpPr/>
              <p:nvPr/>
            </p:nvGrpSpPr>
            <p:grpSpPr>
              <a:xfrm>
                <a:off x="10903220" y="4888205"/>
                <a:ext cx="242756" cy="919122"/>
                <a:chOff x="10903220" y="4888205"/>
                <a:chExt cx="242756" cy="919122"/>
              </a:xfrm>
            </p:grpSpPr>
            <p:sp>
              <p:nvSpPr>
                <p:cNvPr id="28" name="Google Shape;28;p4"/>
                <p:cNvSpPr/>
                <p:nvPr/>
              </p:nvSpPr>
              <p:spPr>
                <a:xfrm rot="-447735">
                  <a:off x="10961814" y="4892503"/>
                  <a:ext cx="125567" cy="9105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444" h="909637" extrusionOk="0">
                      <a:moveTo>
                        <a:pt x="0" y="0"/>
                      </a:moveTo>
                      <a:lnTo>
                        <a:pt x="125445" y="0"/>
                      </a:lnTo>
                      <a:lnTo>
                        <a:pt x="125445" y="909637"/>
                      </a:lnTo>
                      <a:lnTo>
                        <a:pt x="0" y="909637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" name="Google Shape;29;p4"/>
                <p:cNvSpPr/>
                <p:nvPr/>
              </p:nvSpPr>
              <p:spPr>
                <a:xfrm>
                  <a:off x="10952422" y="4933194"/>
                  <a:ext cx="42088" cy="420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088" h="42088" extrusionOk="0">
                      <a:moveTo>
                        <a:pt x="41904" y="18282"/>
                      </a:moveTo>
                      <a:cubicBezTo>
                        <a:pt x="43428" y="29807"/>
                        <a:pt x="35331" y="40380"/>
                        <a:pt x="23806" y="41904"/>
                      </a:cubicBezTo>
                      <a:cubicBezTo>
                        <a:pt x="12281" y="43428"/>
                        <a:pt x="1709" y="35332"/>
                        <a:pt x="184" y="23806"/>
                      </a:cubicBezTo>
                      <a:cubicBezTo>
                        <a:pt x="-1340" y="12281"/>
                        <a:pt x="6756" y="1708"/>
                        <a:pt x="18282" y="184"/>
                      </a:cubicBezTo>
                      <a:cubicBezTo>
                        <a:pt x="29807" y="-1340"/>
                        <a:pt x="40380" y="6757"/>
                        <a:pt x="41904" y="1828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" name="Google Shape;30;p4"/>
                <p:cNvSpPr/>
                <p:nvPr/>
              </p:nvSpPr>
              <p:spPr>
                <a:xfrm>
                  <a:off x="10961186" y="5000250"/>
                  <a:ext cx="42087" cy="420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087" h="42087" extrusionOk="0">
                      <a:moveTo>
                        <a:pt x="41904" y="18282"/>
                      </a:moveTo>
                      <a:cubicBezTo>
                        <a:pt x="43427" y="29807"/>
                        <a:pt x="35331" y="40380"/>
                        <a:pt x="23806" y="41904"/>
                      </a:cubicBezTo>
                      <a:cubicBezTo>
                        <a:pt x="12280" y="43428"/>
                        <a:pt x="1708" y="35332"/>
                        <a:pt x="184" y="23806"/>
                      </a:cubicBezTo>
                      <a:cubicBezTo>
                        <a:pt x="-1340" y="12281"/>
                        <a:pt x="6756" y="1708"/>
                        <a:pt x="18281" y="184"/>
                      </a:cubicBezTo>
                      <a:cubicBezTo>
                        <a:pt x="29807" y="-1340"/>
                        <a:pt x="40380" y="6757"/>
                        <a:pt x="41904" y="1828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1" name="Google Shape;31;p4"/>
                <p:cNvGrpSpPr/>
                <p:nvPr/>
              </p:nvGrpSpPr>
              <p:grpSpPr>
                <a:xfrm>
                  <a:off x="11014221" y="5588618"/>
                  <a:ext cx="100021" cy="114784"/>
                  <a:chOff x="11014221" y="5588618"/>
                  <a:chExt cx="100021" cy="114784"/>
                </a:xfrm>
              </p:grpSpPr>
              <p:sp>
                <p:nvSpPr>
                  <p:cNvPr id="32" name="Google Shape;32;p4"/>
                  <p:cNvSpPr/>
                  <p:nvPr/>
                </p:nvSpPr>
                <p:spPr>
                  <a:xfrm rot="-447735">
                    <a:off x="11014826" y="5594269"/>
                    <a:ext cx="88001" cy="15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7915" h="15049" extrusionOk="0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49"/>
                        </a:lnTo>
                        <a:lnTo>
                          <a:pt x="0" y="15049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3" name="Google Shape;33;p4"/>
                  <p:cNvSpPr/>
                  <p:nvPr/>
                </p:nvSpPr>
                <p:spPr>
                  <a:xfrm rot="-447735">
                    <a:off x="11018646" y="5623150"/>
                    <a:ext cx="88001" cy="15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7915" h="15049" extrusionOk="0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4" name="Google Shape;34;p4"/>
                  <p:cNvSpPr/>
                  <p:nvPr/>
                </p:nvSpPr>
                <p:spPr>
                  <a:xfrm rot="-447735">
                    <a:off x="11021820" y="5653805"/>
                    <a:ext cx="88001" cy="15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7915" h="15049" extrusionOk="0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5" name="Google Shape;35;p4"/>
                  <p:cNvSpPr/>
                  <p:nvPr/>
                </p:nvSpPr>
                <p:spPr>
                  <a:xfrm rot="-447735">
                    <a:off x="11025635" y="5682688"/>
                    <a:ext cx="88001" cy="15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7915" h="15049" extrusionOk="0">
                        <a:moveTo>
                          <a:pt x="0" y="0"/>
                        </a:moveTo>
                        <a:lnTo>
                          <a:pt x="87915" y="0"/>
                        </a:lnTo>
                        <a:lnTo>
                          <a:pt x="87915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36" name="Google Shape;36;p4"/>
              <p:cNvGrpSpPr/>
              <p:nvPr/>
            </p:nvGrpSpPr>
            <p:grpSpPr>
              <a:xfrm>
                <a:off x="10718623" y="4728596"/>
                <a:ext cx="229169" cy="1075979"/>
                <a:chOff x="10718623" y="4728596"/>
                <a:chExt cx="229169" cy="1075979"/>
              </a:xfrm>
            </p:grpSpPr>
            <p:sp>
              <p:nvSpPr>
                <p:cNvPr id="37" name="Google Shape;37;p4"/>
                <p:cNvSpPr/>
                <p:nvPr/>
              </p:nvSpPr>
              <p:spPr>
                <a:xfrm rot="-172174">
                  <a:off x="10745259" y="4732329"/>
                  <a:ext cx="175897" cy="10685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6117" h="1069848" extrusionOk="0">
                      <a:moveTo>
                        <a:pt x="0" y="0"/>
                      </a:moveTo>
                      <a:lnTo>
                        <a:pt x="176117" y="0"/>
                      </a:lnTo>
                      <a:lnTo>
                        <a:pt x="176117" y="1069848"/>
                      </a:lnTo>
                      <a:lnTo>
                        <a:pt x="0" y="1069848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" name="Google Shape;38;p4"/>
                <p:cNvSpPr/>
                <p:nvPr/>
              </p:nvSpPr>
              <p:spPr>
                <a:xfrm>
                  <a:off x="10787634" y="5182743"/>
                  <a:ext cx="87629" cy="876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629" h="87630" extrusionOk="0">
                      <a:moveTo>
                        <a:pt x="87630" y="43815"/>
                      </a:moveTo>
                      <a:cubicBezTo>
                        <a:pt x="87630" y="68013"/>
                        <a:pt x="68014" y="87630"/>
                        <a:pt x="43815" y="87630"/>
                      </a:cubicBezTo>
                      <a:cubicBezTo>
                        <a:pt x="19617" y="87630"/>
                        <a:pt x="1" y="68014"/>
                        <a:pt x="1" y="43815"/>
                      </a:cubicBezTo>
                      <a:cubicBezTo>
                        <a:pt x="1" y="19617"/>
                        <a:pt x="19617" y="0"/>
                        <a:pt x="43815" y="0"/>
                      </a:cubicBezTo>
                      <a:cubicBezTo>
                        <a:pt x="68014" y="0"/>
                        <a:pt x="87630" y="19616"/>
                        <a:pt x="87630" y="4381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9" name="Google Shape;39;p4"/>
                <p:cNvGrpSpPr/>
                <p:nvPr/>
              </p:nvGrpSpPr>
              <p:grpSpPr>
                <a:xfrm>
                  <a:off x="10765015" y="5040134"/>
                  <a:ext cx="116314" cy="49775"/>
                  <a:chOff x="10765015" y="5040134"/>
                  <a:chExt cx="116314" cy="49775"/>
                </a:xfrm>
              </p:grpSpPr>
              <p:sp>
                <p:nvSpPr>
                  <p:cNvPr id="40" name="Google Shape;40;p4"/>
                  <p:cNvSpPr/>
                  <p:nvPr/>
                </p:nvSpPr>
                <p:spPr>
                  <a:xfrm rot="-172174">
                    <a:off x="10765318" y="5042987"/>
                    <a:ext cx="114347" cy="149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490" h="14954" extrusionOk="0">
                        <a:moveTo>
                          <a:pt x="0" y="0"/>
                        </a:moveTo>
                        <a:lnTo>
                          <a:pt x="114490" y="0"/>
                        </a:lnTo>
                        <a:lnTo>
                          <a:pt x="114490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1" name="Google Shape;41;p4"/>
                  <p:cNvSpPr/>
                  <p:nvPr/>
                </p:nvSpPr>
                <p:spPr>
                  <a:xfrm rot="-172174">
                    <a:off x="10766681" y="5072121"/>
                    <a:ext cx="114347" cy="149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490" h="14954" extrusionOk="0">
                        <a:moveTo>
                          <a:pt x="0" y="0"/>
                        </a:moveTo>
                        <a:lnTo>
                          <a:pt x="114491" y="0"/>
                        </a:lnTo>
                        <a:lnTo>
                          <a:pt x="114491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2" name="Google Shape;42;p4"/>
                <p:cNvGrpSpPr/>
                <p:nvPr/>
              </p:nvGrpSpPr>
              <p:grpSpPr>
                <a:xfrm>
                  <a:off x="10784825" y="5436314"/>
                  <a:ext cx="116414" cy="49961"/>
                  <a:chOff x="10784825" y="5436314"/>
                  <a:chExt cx="116414" cy="49961"/>
                </a:xfrm>
              </p:grpSpPr>
              <p:sp>
                <p:nvSpPr>
                  <p:cNvPr id="43" name="Google Shape;43;p4"/>
                  <p:cNvSpPr/>
                  <p:nvPr/>
                </p:nvSpPr>
                <p:spPr>
                  <a:xfrm rot="-172174">
                    <a:off x="10785128" y="5439167"/>
                    <a:ext cx="114347" cy="149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490" h="14954" extrusionOk="0">
                        <a:moveTo>
                          <a:pt x="0" y="0"/>
                        </a:moveTo>
                        <a:lnTo>
                          <a:pt x="114491" y="0"/>
                        </a:lnTo>
                        <a:lnTo>
                          <a:pt x="114491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4" name="Google Shape;44;p4"/>
                  <p:cNvSpPr/>
                  <p:nvPr/>
                </p:nvSpPr>
                <p:spPr>
                  <a:xfrm rot="-172174">
                    <a:off x="10786591" y="5468487"/>
                    <a:ext cx="114347" cy="149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490" h="14954" extrusionOk="0">
                        <a:moveTo>
                          <a:pt x="0" y="0"/>
                        </a:moveTo>
                        <a:lnTo>
                          <a:pt x="114490" y="0"/>
                        </a:lnTo>
                        <a:lnTo>
                          <a:pt x="114490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45" name="Google Shape;45;p4"/>
              <p:cNvGrpSpPr/>
              <p:nvPr/>
            </p:nvGrpSpPr>
            <p:grpSpPr>
              <a:xfrm>
                <a:off x="10519314" y="4813458"/>
                <a:ext cx="202120" cy="992123"/>
                <a:chOff x="10519314" y="4813458"/>
                <a:chExt cx="202120" cy="992123"/>
              </a:xfrm>
            </p:grpSpPr>
            <p:sp>
              <p:nvSpPr>
                <p:cNvPr id="46" name="Google Shape;46;p4"/>
                <p:cNvSpPr/>
                <p:nvPr/>
              </p:nvSpPr>
              <p:spPr>
                <a:xfrm>
                  <a:off x="10519314" y="4813458"/>
                  <a:ext cx="202120" cy="9921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120" h="992123" extrusionOk="0">
                      <a:moveTo>
                        <a:pt x="0" y="0"/>
                      </a:moveTo>
                      <a:lnTo>
                        <a:pt x="202120" y="0"/>
                      </a:lnTo>
                      <a:lnTo>
                        <a:pt x="202120" y="992124"/>
                      </a:lnTo>
                      <a:lnTo>
                        <a:pt x="0" y="992124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" name="Google Shape;47;p4"/>
                <p:cNvSpPr/>
                <p:nvPr/>
              </p:nvSpPr>
              <p:spPr>
                <a:xfrm>
                  <a:off x="10558843" y="4891468"/>
                  <a:ext cx="123063" cy="1230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063" h="123062" extrusionOk="0">
                      <a:moveTo>
                        <a:pt x="123063" y="61532"/>
                      </a:moveTo>
                      <a:cubicBezTo>
                        <a:pt x="123063" y="95514"/>
                        <a:pt x="95514" y="123063"/>
                        <a:pt x="61531" y="123063"/>
                      </a:cubicBezTo>
                      <a:cubicBezTo>
                        <a:pt x="27548" y="123063"/>
                        <a:pt x="-1" y="95514"/>
                        <a:pt x="-1" y="61532"/>
                      </a:cubicBezTo>
                      <a:cubicBezTo>
                        <a:pt x="-1" y="27549"/>
                        <a:pt x="27548" y="0"/>
                        <a:pt x="61531" y="0"/>
                      </a:cubicBezTo>
                      <a:cubicBezTo>
                        <a:pt x="95514" y="0"/>
                        <a:pt x="123063" y="27549"/>
                        <a:pt x="123063" y="6153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8" name="Google Shape;48;p4"/>
                <p:cNvGrpSpPr/>
                <p:nvPr/>
              </p:nvGrpSpPr>
              <p:grpSpPr>
                <a:xfrm>
                  <a:off x="10556176" y="5465730"/>
                  <a:ext cx="128397" cy="44196"/>
                  <a:chOff x="10556176" y="5465730"/>
                  <a:chExt cx="128397" cy="44196"/>
                </a:xfrm>
              </p:grpSpPr>
              <p:sp>
                <p:nvSpPr>
                  <p:cNvPr id="49" name="Google Shape;49;p4"/>
                  <p:cNvSpPr/>
                  <p:nvPr/>
                </p:nvSpPr>
                <p:spPr>
                  <a:xfrm>
                    <a:off x="10556176" y="5465730"/>
                    <a:ext cx="128397" cy="149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8397" h="14954" extrusionOk="0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0" name="Google Shape;50;p4"/>
                  <p:cNvSpPr/>
                  <p:nvPr/>
                </p:nvSpPr>
                <p:spPr>
                  <a:xfrm>
                    <a:off x="10556176" y="5494972"/>
                    <a:ext cx="128397" cy="149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8397" h="14954" extrusionOk="0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51" name="Google Shape;51;p4"/>
                <p:cNvGrpSpPr/>
                <p:nvPr/>
              </p:nvGrpSpPr>
              <p:grpSpPr>
                <a:xfrm>
                  <a:off x="10556176" y="5689187"/>
                  <a:ext cx="128397" cy="44196"/>
                  <a:chOff x="10556176" y="5689187"/>
                  <a:chExt cx="128397" cy="44196"/>
                </a:xfrm>
              </p:grpSpPr>
              <p:sp>
                <p:nvSpPr>
                  <p:cNvPr id="52" name="Google Shape;52;p4"/>
                  <p:cNvSpPr/>
                  <p:nvPr/>
                </p:nvSpPr>
                <p:spPr>
                  <a:xfrm>
                    <a:off x="10556176" y="5689187"/>
                    <a:ext cx="128397" cy="149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8397" h="14954" extrusionOk="0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3" name="Google Shape;53;p4"/>
                  <p:cNvSpPr/>
                  <p:nvPr/>
                </p:nvSpPr>
                <p:spPr>
                  <a:xfrm>
                    <a:off x="10556176" y="5718429"/>
                    <a:ext cx="128397" cy="149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8397" h="14954" extrusionOk="0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id="54" name="Google Shape;54;p4"/>
            <p:cNvGrpSpPr/>
            <p:nvPr/>
          </p:nvGrpSpPr>
          <p:grpSpPr>
            <a:xfrm>
              <a:off x="11058042" y="5088325"/>
              <a:ext cx="213052" cy="717953"/>
              <a:chOff x="11058042" y="5088325"/>
              <a:chExt cx="213052" cy="717953"/>
            </a:xfrm>
          </p:grpSpPr>
          <p:sp>
            <p:nvSpPr>
              <p:cNvPr id="55" name="Google Shape;55;p4"/>
              <p:cNvSpPr/>
              <p:nvPr/>
            </p:nvSpPr>
            <p:spPr>
              <a:xfrm rot="-631368">
                <a:off x="11122592" y="5089982"/>
                <a:ext cx="83952" cy="714640"/>
              </a:xfrm>
              <a:custGeom>
                <a:avLst/>
                <a:gdLst/>
                <a:ahLst/>
                <a:cxnLst/>
                <a:rect l="l" t="t" r="r" b="b"/>
                <a:pathLst>
                  <a:path w="84010" h="715136" extrusionOk="0">
                    <a:moveTo>
                      <a:pt x="0" y="0"/>
                    </a:moveTo>
                    <a:lnTo>
                      <a:pt x="84010" y="0"/>
                    </a:lnTo>
                    <a:lnTo>
                      <a:pt x="84010" y="715137"/>
                    </a:lnTo>
                    <a:lnTo>
                      <a:pt x="0" y="715137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" name="Google Shape;56;p4"/>
              <p:cNvSpPr/>
              <p:nvPr/>
            </p:nvSpPr>
            <p:spPr>
              <a:xfrm rot="-631368">
                <a:off x="11154645" y="5271518"/>
                <a:ext cx="25985" cy="411004"/>
              </a:xfrm>
              <a:custGeom>
                <a:avLst/>
                <a:gdLst/>
                <a:ahLst/>
                <a:cxnLst/>
                <a:rect l="l" t="t" r="r" b="b"/>
                <a:pathLst>
                  <a:path w="26003" h="411289" extrusionOk="0">
                    <a:moveTo>
                      <a:pt x="0" y="0"/>
                    </a:moveTo>
                    <a:lnTo>
                      <a:pt x="26003" y="0"/>
                    </a:lnTo>
                    <a:lnTo>
                      <a:pt x="26003" y="411289"/>
                    </a:lnTo>
                    <a:lnTo>
                      <a:pt x="0" y="411289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7" name="Google Shape;57;p4"/>
          <p:cNvGrpSpPr/>
          <p:nvPr/>
        </p:nvGrpSpPr>
        <p:grpSpPr>
          <a:xfrm flipH="1">
            <a:off x="11314567" y="882985"/>
            <a:ext cx="688156" cy="1038960"/>
            <a:chOff x="10572463" y="3528536"/>
            <a:chExt cx="580168" cy="875823"/>
          </a:xfrm>
        </p:grpSpPr>
        <p:grpSp>
          <p:nvGrpSpPr>
            <p:cNvPr id="58" name="Google Shape;58;p4"/>
            <p:cNvGrpSpPr/>
            <p:nvPr/>
          </p:nvGrpSpPr>
          <p:grpSpPr>
            <a:xfrm>
              <a:off x="10713815" y="3528536"/>
              <a:ext cx="438816" cy="746664"/>
              <a:chOff x="10713815" y="3528536"/>
              <a:chExt cx="438816" cy="746664"/>
            </a:xfrm>
          </p:grpSpPr>
          <p:sp>
            <p:nvSpPr>
              <p:cNvPr id="59" name="Google Shape;59;p4"/>
              <p:cNvSpPr/>
              <p:nvPr/>
            </p:nvSpPr>
            <p:spPr>
              <a:xfrm>
                <a:off x="10713815" y="3528536"/>
                <a:ext cx="438816" cy="746664"/>
              </a:xfrm>
              <a:custGeom>
                <a:avLst/>
                <a:gdLst/>
                <a:ahLst/>
                <a:cxnLst/>
                <a:rect l="l" t="t" r="r" b="b"/>
                <a:pathLst>
                  <a:path w="438816" h="746664" extrusionOk="0">
                    <a:moveTo>
                      <a:pt x="438721" y="746569"/>
                    </a:moveTo>
                    <a:lnTo>
                      <a:pt x="0" y="746569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1" y="68580"/>
                      <a:pt x="438816" y="112585"/>
                    </a:cubicBezTo>
                    <a:lnTo>
                      <a:pt x="438816" y="746665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0" name="Google Shape;60;p4"/>
              <p:cNvGrpSpPr/>
              <p:nvPr/>
            </p:nvGrpSpPr>
            <p:grpSpPr>
              <a:xfrm>
                <a:off x="10776489" y="3625310"/>
                <a:ext cx="313848" cy="288226"/>
                <a:chOff x="10776489" y="3625310"/>
                <a:chExt cx="313848" cy="288226"/>
              </a:xfrm>
            </p:grpSpPr>
            <p:sp>
              <p:nvSpPr>
                <p:cNvPr id="61" name="Google Shape;61;p4"/>
                <p:cNvSpPr/>
                <p:nvPr/>
              </p:nvSpPr>
              <p:spPr>
                <a:xfrm>
                  <a:off x="10776489" y="3625310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" name="Google Shape;62;p4"/>
                <p:cNvSpPr/>
                <p:nvPr/>
              </p:nvSpPr>
              <p:spPr>
                <a:xfrm>
                  <a:off x="10776489" y="3678650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" name="Google Shape;63;p4"/>
                <p:cNvSpPr/>
                <p:nvPr/>
              </p:nvSpPr>
              <p:spPr>
                <a:xfrm>
                  <a:off x="10776489" y="3731990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" name="Google Shape;64;p4"/>
                <p:cNvSpPr/>
                <p:nvPr/>
              </p:nvSpPr>
              <p:spPr>
                <a:xfrm>
                  <a:off x="10776489" y="3785425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5" name="Google Shape;65;p4"/>
                <p:cNvSpPr/>
                <p:nvPr/>
              </p:nvSpPr>
              <p:spPr>
                <a:xfrm>
                  <a:off x="10776489" y="3838765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6" name="Google Shape;66;p4"/>
                <p:cNvSpPr/>
                <p:nvPr/>
              </p:nvSpPr>
              <p:spPr>
                <a:xfrm>
                  <a:off x="10776489" y="3892105"/>
                  <a:ext cx="184689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689" h="21431" extrusionOk="0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67" name="Google Shape;67;p4"/>
              <p:cNvGrpSpPr/>
              <p:nvPr/>
            </p:nvGrpSpPr>
            <p:grpSpPr>
              <a:xfrm>
                <a:off x="10776489" y="3999547"/>
                <a:ext cx="313848" cy="181546"/>
                <a:chOff x="10776489" y="3999547"/>
                <a:chExt cx="313848" cy="181546"/>
              </a:xfrm>
            </p:grpSpPr>
            <p:sp>
              <p:nvSpPr>
                <p:cNvPr id="68" name="Google Shape;68;p4"/>
                <p:cNvSpPr/>
                <p:nvPr/>
              </p:nvSpPr>
              <p:spPr>
                <a:xfrm>
                  <a:off x="10776489" y="3999547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9" name="Google Shape;69;p4"/>
                <p:cNvSpPr/>
                <p:nvPr/>
              </p:nvSpPr>
              <p:spPr>
                <a:xfrm>
                  <a:off x="10776489" y="4052887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0" name="Google Shape;70;p4"/>
                <p:cNvSpPr/>
                <p:nvPr/>
              </p:nvSpPr>
              <p:spPr>
                <a:xfrm>
                  <a:off x="10776489" y="4106322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1" name="Google Shape;71;p4"/>
                <p:cNvSpPr/>
                <p:nvPr/>
              </p:nvSpPr>
              <p:spPr>
                <a:xfrm>
                  <a:off x="10776489" y="4159662"/>
                  <a:ext cx="184689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689" h="21431" extrusionOk="0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72" name="Google Shape;72;p4"/>
              <p:cNvSpPr/>
              <p:nvPr/>
            </p:nvSpPr>
            <p:spPr>
              <a:xfrm>
                <a:off x="11039951" y="3528536"/>
                <a:ext cx="112584" cy="112585"/>
              </a:xfrm>
              <a:custGeom>
                <a:avLst/>
                <a:gdLst/>
                <a:ahLst/>
                <a:cxnLst/>
                <a:rect l="l" t="t" r="r" b="b"/>
                <a:pathLst>
                  <a:path w="112584" h="112585" extrusionOk="0">
                    <a:moveTo>
                      <a:pt x="112585" y="112585"/>
                    </a:moveTo>
                    <a:lnTo>
                      <a:pt x="0" y="112585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0" y="68580"/>
                      <a:pt x="112585" y="112585"/>
                    </a:cubicBezTo>
                    <a:lnTo>
                      <a:pt x="112585" y="11258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3" name="Google Shape;73;p4"/>
            <p:cNvGrpSpPr/>
            <p:nvPr/>
          </p:nvGrpSpPr>
          <p:grpSpPr>
            <a:xfrm>
              <a:off x="10572463" y="3657790"/>
              <a:ext cx="438817" cy="746569"/>
              <a:chOff x="10572463" y="3657790"/>
              <a:chExt cx="438817" cy="746569"/>
            </a:xfrm>
          </p:grpSpPr>
          <p:sp>
            <p:nvSpPr>
              <p:cNvPr id="74" name="Google Shape;74;p4"/>
              <p:cNvSpPr/>
              <p:nvPr/>
            </p:nvSpPr>
            <p:spPr>
              <a:xfrm>
                <a:off x="10572463" y="3657790"/>
                <a:ext cx="438817" cy="746569"/>
              </a:xfrm>
              <a:custGeom>
                <a:avLst/>
                <a:gdLst/>
                <a:ahLst/>
                <a:cxnLst/>
                <a:rect l="l" t="t" r="r" b="b"/>
                <a:pathLst>
                  <a:path w="438817" h="746569" extrusionOk="0">
                    <a:moveTo>
                      <a:pt x="438722" y="746570"/>
                    </a:moveTo>
                    <a:lnTo>
                      <a:pt x="0" y="746570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2" y="68580"/>
                      <a:pt x="438817" y="112586"/>
                    </a:cubicBezTo>
                    <a:lnTo>
                      <a:pt x="438817" y="74657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75" name="Google Shape;75;p4"/>
              <p:cNvGrpSpPr/>
              <p:nvPr/>
            </p:nvGrpSpPr>
            <p:grpSpPr>
              <a:xfrm>
                <a:off x="10635138" y="3754469"/>
                <a:ext cx="313848" cy="288321"/>
                <a:chOff x="10635138" y="3754469"/>
                <a:chExt cx="313848" cy="288321"/>
              </a:xfrm>
            </p:grpSpPr>
            <p:sp>
              <p:nvSpPr>
                <p:cNvPr id="76" name="Google Shape;76;p4"/>
                <p:cNvSpPr/>
                <p:nvPr/>
              </p:nvSpPr>
              <p:spPr>
                <a:xfrm>
                  <a:off x="10635138" y="3754469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7" name="Google Shape;77;p4"/>
                <p:cNvSpPr/>
                <p:nvPr/>
              </p:nvSpPr>
              <p:spPr>
                <a:xfrm>
                  <a:off x="10635138" y="3807904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8" name="Google Shape;78;p4"/>
                <p:cNvSpPr/>
                <p:nvPr/>
              </p:nvSpPr>
              <p:spPr>
                <a:xfrm>
                  <a:off x="10635138" y="3861244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" name="Google Shape;79;p4"/>
                <p:cNvSpPr/>
                <p:nvPr/>
              </p:nvSpPr>
              <p:spPr>
                <a:xfrm>
                  <a:off x="10635138" y="3914584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" name="Google Shape;80;p4"/>
                <p:cNvSpPr/>
                <p:nvPr/>
              </p:nvSpPr>
              <p:spPr>
                <a:xfrm>
                  <a:off x="10635138" y="3968019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" name="Google Shape;81;p4"/>
                <p:cNvSpPr/>
                <p:nvPr/>
              </p:nvSpPr>
              <p:spPr>
                <a:xfrm>
                  <a:off x="10635138" y="4021359"/>
                  <a:ext cx="184689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689" h="21431" extrusionOk="0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82" name="Google Shape;82;p4"/>
              <p:cNvGrpSpPr/>
              <p:nvPr/>
            </p:nvGrpSpPr>
            <p:grpSpPr>
              <a:xfrm>
                <a:off x="10635138" y="4128801"/>
                <a:ext cx="313848" cy="181547"/>
                <a:chOff x="10635138" y="4128801"/>
                <a:chExt cx="313848" cy="181547"/>
              </a:xfrm>
            </p:grpSpPr>
            <p:sp>
              <p:nvSpPr>
                <p:cNvPr id="83" name="Google Shape;83;p4"/>
                <p:cNvSpPr/>
                <p:nvPr/>
              </p:nvSpPr>
              <p:spPr>
                <a:xfrm>
                  <a:off x="10635138" y="4128801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4" name="Google Shape;84;p4"/>
                <p:cNvSpPr/>
                <p:nvPr/>
              </p:nvSpPr>
              <p:spPr>
                <a:xfrm>
                  <a:off x="10635138" y="4182141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5" name="Google Shape;85;p4"/>
                <p:cNvSpPr/>
                <p:nvPr/>
              </p:nvSpPr>
              <p:spPr>
                <a:xfrm>
                  <a:off x="10635138" y="4235481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6" name="Google Shape;86;p4"/>
                <p:cNvSpPr/>
                <p:nvPr/>
              </p:nvSpPr>
              <p:spPr>
                <a:xfrm>
                  <a:off x="10635138" y="4288917"/>
                  <a:ext cx="184689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689" h="21431" extrusionOk="0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87" name="Google Shape;87;p4"/>
              <p:cNvSpPr/>
              <p:nvPr/>
            </p:nvSpPr>
            <p:spPr>
              <a:xfrm>
                <a:off x="10898599" y="3657790"/>
                <a:ext cx="112586" cy="112585"/>
              </a:xfrm>
              <a:custGeom>
                <a:avLst/>
                <a:gdLst/>
                <a:ahLst/>
                <a:cxnLst/>
                <a:rect l="l" t="t" r="r" b="b"/>
                <a:pathLst>
                  <a:path w="112586" h="112585" extrusionOk="0">
                    <a:moveTo>
                      <a:pt x="112586" y="112586"/>
                    </a:moveTo>
                    <a:lnTo>
                      <a:pt x="0" y="112586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1" y="68580"/>
                      <a:pt x="112586" y="112586"/>
                    </a:cubicBezTo>
                    <a:lnTo>
                      <a:pt x="112586" y="112586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8" name="Google Shape;88;p4"/>
          <p:cNvGrpSpPr/>
          <p:nvPr/>
        </p:nvGrpSpPr>
        <p:grpSpPr>
          <a:xfrm flipH="1">
            <a:off x="11691804" y="1919687"/>
            <a:ext cx="29373" cy="392645"/>
            <a:chOff x="10809827" y="4402455"/>
            <a:chExt cx="24764" cy="330993"/>
          </a:xfrm>
        </p:grpSpPr>
        <p:sp>
          <p:nvSpPr>
            <p:cNvPr id="89" name="Google Shape;89;p4"/>
            <p:cNvSpPr/>
            <p:nvPr/>
          </p:nvSpPr>
          <p:spPr>
            <a:xfrm>
              <a:off x="10822209" y="4414266"/>
              <a:ext cx="9525" cy="307467"/>
            </a:xfrm>
            <a:custGeom>
              <a:avLst/>
              <a:gdLst/>
              <a:ahLst/>
              <a:cxnLst/>
              <a:rect l="l" t="t" r="r" b="b"/>
              <a:pathLst>
                <a:path w="9525" h="307467" extrusionOk="0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w="10950" cap="flat" cmpd="sng">
              <a:solidFill>
                <a:schemeClr val="accent4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4"/>
            <p:cNvSpPr/>
            <p:nvPr/>
          </p:nvSpPr>
          <p:spPr>
            <a:xfrm>
              <a:off x="10809827" y="4708683"/>
              <a:ext cx="24764" cy="24765"/>
            </a:xfrm>
            <a:custGeom>
              <a:avLst/>
              <a:gdLst/>
              <a:ahLst/>
              <a:cxnLst/>
              <a:rect l="l" t="t" r="r" b="b"/>
              <a:pathLst>
                <a:path w="24764" h="24765" extrusionOk="0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4"/>
            <p:cNvSpPr/>
            <p:nvPr/>
          </p:nvSpPr>
          <p:spPr>
            <a:xfrm>
              <a:off x="10809827" y="4402455"/>
              <a:ext cx="24764" cy="24764"/>
            </a:xfrm>
            <a:custGeom>
              <a:avLst/>
              <a:gdLst/>
              <a:ahLst/>
              <a:cxnLst/>
              <a:rect l="l" t="t" r="r" b="b"/>
              <a:pathLst>
                <a:path w="24764" h="24764" extrusionOk="0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2" name="Google Shape;92;p4"/>
          <p:cNvSpPr/>
          <p:nvPr/>
        </p:nvSpPr>
        <p:spPr>
          <a:xfrm rot="8662747" flipH="1">
            <a:off x="9827966" y="5557760"/>
            <a:ext cx="3661359" cy="2562249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93" name="Google Shape;93;p4"/>
          <p:cNvGrpSpPr/>
          <p:nvPr/>
        </p:nvGrpSpPr>
        <p:grpSpPr>
          <a:xfrm flipH="1">
            <a:off x="163941" y="5638077"/>
            <a:ext cx="1106656" cy="1001184"/>
            <a:chOff x="8114596" y="445039"/>
            <a:chExt cx="633002" cy="572716"/>
          </a:xfrm>
        </p:grpSpPr>
        <p:grpSp>
          <p:nvGrpSpPr>
            <p:cNvPr id="94" name="Google Shape;94;p4"/>
            <p:cNvGrpSpPr/>
            <p:nvPr/>
          </p:nvGrpSpPr>
          <p:grpSpPr>
            <a:xfrm>
              <a:off x="8114596" y="445039"/>
              <a:ext cx="633002" cy="572716"/>
              <a:chOff x="7189660" y="520827"/>
              <a:chExt cx="598074" cy="541115"/>
            </a:xfrm>
          </p:grpSpPr>
          <p:sp>
            <p:nvSpPr>
              <p:cNvPr id="95" name="Google Shape;95;p4"/>
              <p:cNvSpPr/>
              <p:nvPr/>
            </p:nvSpPr>
            <p:spPr>
              <a:xfrm>
                <a:off x="7189660" y="520827"/>
                <a:ext cx="598074" cy="541115"/>
              </a:xfrm>
              <a:custGeom>
                <a:avLst/>
                <a:gdLst/>
                <a:ahLst/>
                <a:cxnLst/>
                <a:rect l="l" t="t" r="r" b="b"/>
                <a:pathLst>
                  <a:path w="598074" h="541115" extrusionOk="0">
                    <a:moveTo>
                      <a:pt x="557022" y="0"/>
                    </a:moveTo>
                    <a:cubicBezTo>
                      <a:pt x="579695" y="0"/>
                      <a:pt x="598075" y="18380"/>
                      <a:pt x="598075" y="41053"/>
                    </a:cubicBezTo>
                    <a:lnTo>
                      <a:pt x="598075" y="500063"/>
                    </a:lnTo>
                    <a:cubicBezTo>
                      <a:pt x="598075" y="522735"/>
                      <a:pt x="579695" y="541115"/>
                      <a:pt x="557022" y="541115"/>
                    </a:cubicBezTo>
                    <a:lnTo>
                      <a:pt x="41053" y="541115"/>
                    </a:lnTo>
                    <a:cubicBezTo>
                      <a:pt x="18380" y="541115"/>
                      <a:pt x="0" y="522735"/>
                      <a:pt x="0" y="500063"/>
                    </a:cubicBezTo>
                    <a:lnTo>
                      <a:pt x="0" y="41053"/>
                    </a:lnTo>
                    <a:cubicBezTo>
                      <a:pt x="0" y="18380"/>
                      <a:pt x="18380" y="0"/>
                      <a:pt x="410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6" name="Google Shape;96;p4"/>
              <p:cNvGrpSpPr/>
              <p:nvPr/>
            </p:nvGrpSpPr>
            <p:grpSpPr>
              <a:xfrm>
                <a:off x="7579137" y="551973"/>
                <a:ext cx="164782" cy="41529"/>
                <a:chOff x="7579137" y="551973"/>
                <a:chExt cx="164782" cy="41529"/>
              </a:xfrm>
            </p:grpSpPr>
            <p:sp>
              <p:nvSpPr>
                <p:cNvPr id="97" name="Google Shape;97;p4"/>
                <p:cNvSpPr/>
                <p:nvPr/>
              </p:nvSpPr>
              <p:spPr>
                <a:xfrm>
                  <a:off x="7702391" y="551973"/>
                  <a:ext cx="41528" cy="41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28" h="41529" extrusionOk="0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8" name="Google Shape;98;p4"/>
                <p:cNvSpPr/>
                <p:nvPr/>
              </p:nvSpPr>
              <p:spPr>
                <a:xfrm>
                  <a:off x="7640764" y="551973"/>
                  <a:ext cx="41528" cy="41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28" h="41529" extrusionOk="0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" name="Google Shape;99;p4"/>
                <p:cNvSpPr/>
                <p:nvPr/>
              </p:nvSpPr>
              <p:spPr>
                <a:xfrm>
                  <a:off x="7579137" y="551973"/>
                  <a:ext cx="41528" cy="41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28" h="41529" extrusionOk="0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00" name="Google Shape;100;p4"/>
            <p:cNvGrpSpPr/>
            <p:nvPr/>
          </p:nvGrpSpPr>
          <p:grpSpPr>
            <a:xfrm>
              <a:off x="8184962" y="619646"/>
              <a:ext cx="498115" cy="257273"/>
              <a:chOff x="7256144" y="685800"/>
              <a:chExt cx="470630" cy="243077"/>
            </a:xfrm>
          </p:grpSpPr>
          <p:sp>
            <p:nvSpPr>
              <p:cNvPr id="101" name="Google Shape;101;p4"/>
              <p:cNvSpPr/>
              <p:nvPr/>
            </p:nvSpPr>
            <p:spPr>
              <a:xfrm>
                <a:off x="7256144" y="694753"/>
                <a:ext cx="218503" cy="218217"/>
              </a:xfrm>
              <a:custGeom>
                <a:avLst/>
                <a:gdLst/>
                <a:ahLst/>
                <a:cxnLst/>
                <a:rect l="l" t="t" r="r" b="b"/>
                <a:pathLst>
                  <a:path w="218503" h="218217" extrusionOk="0">
                    <a:moveTo>
                      <a:pt x="216598" y="129540"/>
                    </a:moveTo>
                    <a:cubicBezTo>
                      <a:pt x="217837" y="122968"/>
                      <a:pt x="218504" y="116110"/>
                      <a:pt x="218504" y="109156"/>
                    </a:cubicBezTo>
                    <a:cubicBezTo>
                      <a:pt x="218504" y="102203"/>
                      <a:pt x="217837" y="95440"/>
                      <a:pt x="216598" y="88773"/>
                    </a:cubicBezTo>
                    <a:lnTo>
                      <a:pt x="181261" y="88773"/>
                    </a:lnTo>
                    <a:cubicBezTo>
                      <a:pt x="179641" y="83058"/>
                      <a:pt x="177451" y="77724"/>
                      <a:pt x="174593" y="72676"/>
                    </a:cubicBezTo>
                    <a:lnTo>
                      <a:pt x="199549" y="47720"/>
                    </a:lnTo>
                    <a:cubicBezTo>
                      <a:pt x="191834" y="36385"/>
                      <a:pt x="182118" y="26670"/>
                      <a:pt x="170783" y="18955"/>
                    </a:cubicBezTo>
                    <a:lnTo>
                      <a:pt x="145732" y="44005"/>
                    </a:lnTo>
                    <a:cubicBezTo>
                      <a:pt x="140684" y="41148"/>
                      <a:pt x="135255" y="38957"/>
                      <a:pt x="129635" y="37338"/>
                    </a:cubicBezTo>
                    <a:lnTo>
                      <a:pt x="129635" y="1905"/>
                    </a:lnTo>
                    <a:cubicBezTo>
                      <a:pt x="123063" y="667"/>
                      <a:pt x="116205" y="0"/>
                      <a:pt x="109252" y="0"/>
                    </a:cubicBezTo>
                    <a:cubicBezTo>
                      <a:pt x="102298" y="0"/>
                      <a:pt x="95536" y="667"/>
                      <a:pt x="88868" y="1905"/>
                    </a:cubicBezTo>
                    <a:lnTo>
                      <a:pt x="88868" y="37338"/>
                    </a:lnTo>
                    <a:cubicBezTo>
                      <a:pt x="83154" y="38957"/>
                      <a:pt x="77819" y="41148"/>
                      <a:pt x="72771" y="44005"/>
                    </a:cubicBezTo>
                    <a:lnTo>
                      <a:pt x="47720" y="18955"/>
                    </a:lnTo>
                    <a:cubicBezTo>
                      <a:pt x="36386" y="26670"/>
                      <a:pt x="26670" y="36481"/>
                      <a:pt x="18955" y="47720"/>
                    </a:cubicBezTo>
                    <a:lnTo>
                      <a:pt x="43910" y="72676"/>
                    </a:lnTo>
                    <a:cubicBezTo>
                      <a:pt x="41053" y="77724"/>
                      <a:pt x="38862" y="83153"/>
                      <a:pt x="37243" y="88773"/>
                    </a:cubicBezTo>
                    <a:lnTo>
                      <a:pt x="1905" y="88773"/>
                    </a:lnTo>
                    <a:cubicBezTo>
                      <a:pt x="667" y="95345"/>
                      <a:pt x="0" y="102203"/>
                      <a:pt x="0" y="109156"/>
                    </a:cubicBezTo>
                    <a:cubicBezTo>
                      <a:pt x="0" y="116110"/>
                      <a:pt x="667" y="122873"/>
                      <a:pt x="1905" y="129540"/>
                    </a:cubicBezTo>
                    <a:lnTo>
                      <a:pt x="37243" y="129540"/>
                    </a:lnTo>
                    <a:cubicBezTo>
                      <a:pt x="38862" y="135255"/>
                      <a:pt x="41053" y="140589"/>
                      <a:pt x="43910" y="145637"/>
                    </a:cubicBezTo>
                    <a:lnTo>
                      <a:pt x="18955" y="170593"/>
                    </a:lnTo>
                    <a:cubicBezTo>
                      <a:pt x="26670" y="181928"/>
                      <a:pt x="36386" y="191643"/>
                      <a:pt x="47720" y="199358"/>
                    </a:cubicBezTo>
                    <a:lnTo>
                      <a:pt x="72771" y="174308"/>
                    </a:lnTo>
                    <a:cubicBezTo>
                      <a:pt x="77819" y="177165"/>
                      <a:pt x="83248" y="179356"/>
                      <a:pt x="88868" y="180975"/>
                    </a:cubicBezTo>
                    <a:lnTo>
                      <a:pt x="88868" y="216313"/>
                    </a:lnTo>
                    <a:cubicBezTo>
                      <a:pt x="95441" y="217551"/>
                      <a:pt x="102298" y="218218"/>
                      <a:pt x="109252" y="218218"/>
                    </a:cubicBezTo>
                    <a:cubicBezTo>
                      <a:pt x="116205" y="218218"/>
                      <a:pt x="122968" y="217551"/>
                      <a:pt x="129635" y="216313"/>
                    </a:cubicBezTo>
                    <a:lnTo>
                      <a:pt x="129635" y="180975"/>
                    </a:lnTo>
                    <a:cubicBezTo>
                      <a:pt x="135350" y="179356"/>
                      <a:pt x="140684" y="177070"/>
                      <a:pt x="145732" y="174308"/>
                    </a:cubicBezTo>
                    <a:lnTo>
                      <a:pt x="170783" y="199358"/>
                    </a:lnTo>
                    <a:cubicBezTo>
                      <a:pt x="182118" y="191643"/>
                      <a:pt x="191834" y="181928"/>
                      <a:pt x="199549" y="170593"/>
                    </a:cubicBezTo>
                    <a:lnTo>
                      <a:pt x="174593" y="145542"/>
                    </a:lnTo>
                    <a:cubicBezTo>
                      <a:pt x="177451" y="140494"/>
                      <a:pt x="179641" y="135064"/>
                      <a:pt x="181261" y="129445"/>
                    </a:cubicBezTo>
                    <a:lnTo>
                      <a:pt x="216598" y="129445"/>
                    </a:lnTo>
                    <a:close/>
                    <a:moveTo>
                      <a:pt x="109252" y="131255"/>
                    </a:moveTo>
                    <a:cubicBezTo>
                      <a:pt x="97060" y="131255"/>
                      <a:pt x="87249" y="121349"/>
                      <a:pt x="87249" y="109252"/>
                    </a:cubicBezTo>
                    <a:cubicBezTo>
                      <a:pt x="87249" y="97155"/>
                      <a:pt x="97155" y="87249"/>
                      <a:pt x="109252" y="87249"/>
                    </a:cubicBezTo>
                    <a:cubicBezTo>
                      <a:pt x="121348" y="87249"/>
                      <a:pt x="131255" y="97155"/>
                      <a:pt x="131255" y="109252"/>
                    </a:cubicBezTo>
                    <a:cubicBezTo>
                      <a:pt x="131255" y="121349"/>
                      <a:pt x="121348" y="131255"/>
                      <a:pt x="109252" y="13125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02" name="Google Shape;102;p4"/>
              <p:cNvGrpSpPr/>
              <p:nvPr/>
            </p:nvGrpSpPr>
            <p:grpSpPr>
              <a:xfrm>
                <a:off x="7512843" y="685800"/>
                <a:ext cx="213931" cy="243077"/>
                <a:chOff x="7512843" y="685800"/>
                <a:chExt cx="213931" cy="243077"/>
              </a:xfrm>
            </p:grpSpPr>
            <p:grpSp>
              <p:nvGrpSpPr>
                <p:cNvPr id="103" name="Google Shape;103;p4"/>
                <p:cNvGrpSpPr/>
                <p:nvPr/>
              </p:nvGrpSpPr>
              <p:grpSpPr>
                <a:xfrm>
                  <a:off x="7512843" y="836580"/>
                  <a:ext cx="213931" cy="92297"/>
                  <a:chOff x="7512843" y="836580"/>
                  <a:chExt cx="213931" cy="92297"/>
                </a:xfrm>
              </p:grpSpPr>
              <p:sp>
                <p:nvSpPr>
                  <p:cNvPr id="104" name="Google Shape;104;p4"/>
                  <p:cNvSpPr/>
                  <p:nvPr/>
                </p:nvSpPr>
                <p:spPr>
                  <a:xfrm>
                    <a:off x="7512843" y="856011"/>
                    <a:ext cx="213931" cy="728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72866" extrusionOk="0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5" name="Google Shape;105;p4"/>
                  <p:cNvSpPr/>
                  <p:nvPr/>
                </p:nvSpPr>
                <p:spPr>
                  <a:xfrm>
                    <a:off x="7512843" y="836580"/>
                    <a:ext cx="213931" cy="388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38861" extrusionOk="0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06" name="Google Shape;106;p4"/>
                <p:cNvGrpSpPr/>
                <p:nvPr/>
              </p:nvGrpSpPr>
              <p:grpSpPr>
                <a:xfrm>
                  <a:off x="7512843" y="761238"/>
                  <a:ext cx="213931" cy="92296"/>
                  <a:chOff x="7512843" y="761238"/>
                  <a:chExt cx="213931" cy="92296"/>
                </a:xfrm>
              </p:grpSpPr>
              <p:sp>
                <p:nvSpPr>
                  <p:cNvPr id="107" name="Google Shape;107;p4"/>
                  <p:cNvSpPr/>
                  <p:nvPr/>
                </p:nvSpPr>
                <p:spPr>
                  <a:xfrm>
                    <a:off x="7512843" y="780668"/>
                    <a:ext cx="213931" cy="728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72866" extrusionOk="0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8" name="Google Shape;108;p4"/>
                  <p:cNvSpPr/>
                  <p:nvPr/>
                </p:nvSpPr>
                <p:spPr>
                  <a:xfrm>
                    <a:off x="7512843" y="761238"/>
                    <a:ext cx="213931" cy="388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38861" extrusionOk="0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09" name="Google Shape;109;p4"/>
                <p:cNvGrpSpPr/>
                <p:nvPr/>
              </p:nvGrpSpPr>
              <p:grpSpPr>
                <a:xfrm>
                  <a:off x="7512843" y="685800"/>
                  <a:ext cx="213931" cy="92297"/>
                  <a:chOff x="7512843" y="685800"/>
                  <a:chExt cx="213931" cy="92297"/>
                </a:xfrm>
              </p:grpSpPr>
              <p:sp>
                <p:nvSpPr>
                  <p:cNvPr id="110" name="Google Shape;110;p4"/>
                  <p:cNvSpPr/>
                  <p:nvPr/>
                </p:nvSpPr>
                <p:spPr>
                  <a:xfrm>
                    <a:off x="7512843" y="705231"/>
                    <a:ext cx="213931" cy="728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72866" extrusionOk="0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8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8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1" name="Google Shape;111;p4"/>
                  <p:cNvSpPr/>
                  <p:nvPr/>
                </p:nvSpPr>
                <p:spPr>
                  <a:xfrm>
                    <a:off x="7512843" y="685800"/>
                    <a:ext cx="213931" cy="388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38861" extrusionOk="0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</p:spTree>
    <p:extLst>
      <p:ext uri="{BB962C8B-B14F-4D97-AF65-F5344CB8AC3E}">
        <p14:creationId xmlns:p14="http://schemas.microsoft.com/office/powerpoint/2010/main" val="9001707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14" name="Google Shape;114;p5"/>
          <p:cNvSpPr txBox="1">
            <a:spLocks noGrp="1"/>
          </p:cNvSpPr>
          <p:nvPr>
            <p:ph type="subTitle" idx="1"/>
          </p:nvPr>
        </p:nvSpPr>
        <p:spPr>
          <a:xfrm>
            <a:off x="6238867" y="3271432"/>
            <a:ext cx="4512400" cy="150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15" name="Google Shape;115;p5"/>
          <p:cNvSpPr txBox="1">
            <a:spLocks noGrp="1"/>
          </p:cNvSpPr>
          <p:nvPr>
            <p:ph type="subTitle" idx="2"/>
          </p:nvPr>
        </p:nvSpPr>
        <p:spPr>
          <a:xfrm>
            <a:off x="1440700" y="3271432"/>
            <a:ext cx="4512400" cy="150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16" name="Google Shape;116;p5"/>
          <p:cNvSpPr txBox="1">
            <a:spLocks noGrp="1"/>
          </p:cNvSpPr>
          <p:nvPr>
            <p:ph type="subTitle" idx="3"/>
          </p:nvPr>
        </p:nvSpPr>
        <p:spPr>
          <a:xfrm>
            <a:off x="1440715" y="2422933"/>
            <a:ext cx="45124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17" name="Google Shape;117;p5"/>
          <p:cNvSpPr txBox="1">
            <a:spLocks noGrp="1"/>
          </p:cNvSpPr>
          <p:nvPr>
            <p:ph type="subTitle" idx="4"/>
          </p:nvPr>
        </p:nvSpPr>
        <p:spPr>
          <a:xfrm>
            <a:off x="6238885" y="2422933"/>
            <a:ext cx="45124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18" name="Google Shape;118;p5"/>
          <p:cNvSpPr/>
          <p:nvPr/>
        </p:nvSpPr>
        <p:spPr>
          <a:xfrm rot="5551952">
            <a:off x="-962041" y="5446157"/>
            <a:ext cx="2738664" cy="2353608"/>
          </a:xfrm>
          <a:custGeom>
            <a:avLst/>
            <a:gdLst/>
            <a:ahLst/>
            <a:cxnLst/>
            <a:rect l="l" t="t" r="r" b="b"/>
            <a:pathLst>
              <a:path w="38869" h="30330" extrusionOk="0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9" name="Google Shape;119;p5"/>
          <p:cNvSpPr/>
          <p:nvPr/>
        </p:nvSpPr>
        <p:spPr>
          <a:xfrm rot="-460685">
            <a:off x="-1134188" y="-1185167"/>
            <a:ext cx="2776815" cy="2245325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0" name="Google Shape;120;p5"/>
          <p:cNvSpPr/>
          <p:nvPr/>
        </p:nvSpPr>
        <p:spPr>
          <a:xfrm rot="3259731">
            <a:off x="9417514" y="-1072637"/>
            <a:ext cx="4224561" cy="3415968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7406109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23" name="Google Shape;123;p6"/>
          <p:cNvSpPr/>
          <p:nvPr/>
        </p:nvSpPr>
        <p:spPr>
          <a:xfrm rot="-9076707">
            <a:off x="113950" y="-1006812"/>
            <a:ext cx="2245065" cy="1751855"/>
          </a:xfrm>
          <a:custGeom>
            <a:avLst/>
            <a:gdLst/>
            <a:ahLst/>
            <a:cxnLst/>
            <a:rect l="l" t="t" r="r" b="b"/>
            <a:pathLst>
              <a:path w="38869" h="30330" extrusionOk="0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24" name="Google Shape;124;p6"/>
          <p:cNvGrpSpPr/>
          <p:nvPr/>
        </p:nvGrpSpPr>
        <p:grpSpPr>
          <a:xfrm>
            <a:off x="9039037" y="257310"/>
            <a:ext cx="2810664" cy="396559"/>
            <a:chOff x="6108096" y="3265836"/>
            <a:chExt cx="1633727" cy="230504"/>
          </a:xfrm>
        </p:grpSpPr>
        <p:sp>
          <p:nvSpPr>
            <p:cNvPr id="125" name="Google Shape;125;p6"/>
            <p:cNvSpPr/>
            <p:nvPr/>
          </p:nvSpPr>
          <p:spPr>
            <a:xfrm>
              <a:off x="6108096" y="3265836"/>
              <a:ext cx="1633727" cy="230504"/>
            </a:xfrm>
            <a:custGeom>
              <a:avLst/>
              <a:gdLst/>
              <a:ahLst/>
              <a:cxnLst/>
              <a:rect l="l" t="t" r="r" b="b"/>
              <a:pathLst>
                <a:path w="1633727" h="230504" extrusionOk="0">
                  <a:moveTo>
                    <a:pt x="1518476" y="0"/>
                  </a:moveTo>
                  <a:cubicBezTo>
                    <a:pt x="1582128" y="0"/>
                    <a:pt x="1633728" y="51600"/>
                    <a:pt x="1633728" y="115253"/>
                  </a:cubicBezTo>
                  <a:lnTo>
                    <a:pt x="1633728" y="115253"/>
                  </a:lnTo>
                  <a:cubicBezTo>
                    <a:pt x="1633728" y="178905"/>
                    <a:pt x="1582128" y="230505"/>
                    <a:pt x="1518476" y="230505"/>
                  </a:cubicBezTo>
                  <a:lnTo>
                    <a:pt x="115252" y="230505"/>
                  </a:lnTo>
                  <a:cubicBezTo>
                    <a:pt x="51601" y="230505"/>
                    <a:pt x="0" y="178905"/>
                    <a:pt x="0" y="115253"/>
                  </a:cubicBezTo>
                  <a:lnTo>
                    <a:pt x="0" y="115253"/>
                  </a:lnTo>
                  <a:cubicBezTo>
                    <a:pt x="0" y="51600"/>
                    <a:pt x="51601" y="0"/>
                    <a:pt x="11525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" name="Google Shape;126;p6"/>
            <p:cNvSpPr/>
            <p:nvPr/>
          </p:nvSpPr>
          <p:spPr>
            <a:xfrm>
              <a:off x="7528381" y="3292292"/>
              <a:ext cx="166485" cy="165854"/>
            </a:xfrm>
            <a:custGeom>
              <a:avLst/>
              <a:gdLst/>
              <a:ahLst/>
              <a:cxnLst/>
              <a:rect l="l" t="t" r="r" b="b"/>
              <a:pathLst>
                <a:path w="166485" h="165854" extrusionOk="0">
                  <a:moveTo>
                    <a:pt x="161532" y="137469"/>
                  </a:moveTo>
                  <a:lnTo>
                    <a:pt x="120003" y="95941"/>
                  </a:lnTo>
                  <a:lnTo>
                    <a:pt x="113336" y="102608"/>
                  </a:lnTo>
                  <a:lnTo>
                    <a:pt x="105811" y="95083"/>
                  </a:lnTo>
                  <a:cubicBezTo>
                    <a:pt x="123622" y="71842"/>
                    <a:pt x="122194" y="38600"/>
                    <a:pt x="100953" y="17359"/>
                  </a:cubicBezTo>
                  <a:cubicBezTo>
                    <a:pt x="77807" y="-5786"/>
                    <a:pt x="40374" y="-5786"/>
                    <a:pt x="17324" y="17359"/>
                  </a:cubicBezTo>
                  <a:cubicBezTo>
                    <a:pt x="-5727" y="40505"/>
                    <a:pt x="-5822" y="77938"/>
                    <a:pt x="17324" y="100989"/>
                  </a:cubicBezTo>
                  <a:cubicBezTo>
                    <a:pt x="38850" y="122515"/>
                    <a:pt x="72568" y="123754"/>
                    <a:pt x="95809" y="105275"/>
                  </a:cubicBezTo>
                  <a:lnTo>
                    <a:pt x="103334" y="112800"/>
                  </a:lnTo>
                  <a:lnTo>
                    <a:pt x="96667" y="119467"/>
                  </a:lnTo>
                  <a:lnTo>
                    <a:pt x="138196" y="160996"/>
                  </a:lnTo>
                  <a:cubicBezTo>
                    <a:pt x="144673" y="167473"/>
                    <a:pt x="155150" y="167473"/>
                    <a:pt x="161627" y="160996"/>
                  </a:cubicBezTo>
                  <a:lnTo>
                    <a:pt x="161627" y="160996"/>
                  </a:lnTo>
                  <a:cubicBezTo>
                    <a:pt x="168104" y="154519"/>
                    <a:pt x="168104" y="144042"/>
                    <a:pt x="161627" y="137565"/>
                  </a:cubicBezTo>
                  <a:close/>
                  <a:moveTo>
                    <a:pt x="59138" y="102513"/>
                  </a:moveTo>
                  <a:cubicBezTo>
                    <a:pt x="54471" y="102513"/>
                    <a:pt x="49899" y="101751"/>
                    <a:pt x="45612" y="100417"/>
                  </a:cubicBezTo>
                  <a:cubicBezTo>
                    <a:pt x="33611" y="96512"/>
                    <a:pt x="23896" y="87463"/>
                    <a:pt x="19133" y="75938"/>
                  </a:cubicBezTo>
                  <a:cubicBezTo>
                    <a:pt x="16942" y="70794"/>
                    <a:pt x="15799" y="65175"/>
                    <a:pt x="15799" y="59269"/>
                  </a:cubicBezTo>
                  <a:cubicBezTo>
                    <a:pt x="15799" y="35361"/>
                    <a:pt x="35231" y="15931"/>
                    <a:pt x="59138" y="15931"/>
                  </a:cubicBezTo>
                  <a:cubicBezTo>
                    <a:pt x="65044" y="15931"/>
                    <a:pt x="70663" y="17074"/>
                    <a:pt x="75807" y="19264"/>
                  </a:cubicBezTo>
                  <a:cubicBezTo>
                    <a:pt x="87332" y="24122"/>
                    <a:pt x="96381" y="33742"/>
                    <a:pt x="100286" y="45744"/>
                  </a:cubicBezTo>
                  <a:cubicBezTo>
                    <a:pt x="101715" y="50030"/>
                    <a:pt x="102382" y="54507"/>
                    <a:pt x="102382" y="59269"/>
                  </a:cubicBezTo>
                  <a:cubicBezTo>
                    <a:pt x="102382" y="83177"/>
                    <a:pt x="83046" y="102513"/>
                    <a:pt x="59138" y="10251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" name="Google Shape;127;p6"/>
            <p:cNvSpPr/>
            <p:nvPr/>
          </p:nvSpPr>
          <p:spPr>
            <a:xfrm>
              <a:off x="7475124" y="3290220"/>
              <a:ext cx="7620" cy="174307"/>
            </a:xfrm>
            <a:custGeom>
              <a:avLst/>
              <a:gdLst/>
              <a:ahLst/>
              <a:cxnLst/>
              <a:rect l="l" t="t" r="r" b="b"/>
              <a:pathLst>
                <a:path w="7620" h="174307" extrusionOk="0">
                  <a:moveTo>
                    <a:pt x="3810" y="174308"/>
                  </a:moveTo>
                  <a:lnTo>
                    <a:pt x="3810" y="174308"/>
                  </a:lnTo>
                  <a:cubicBezTo>
                    <a:pt x="1714" y="174308"/>
                    <a:pt x="0" y="172593"/>
                    <a:pt x="0" y="170497"/>
                  </a:cubicBezTo>
                  <a:lnTo>
                    <a:pt x="0" y="3810"/>
                  </a:lnTo>
                  <a:cubicBezTo>
                    <a:pt x="0" y="1714"/>
                    <a:pt x="1714" y="0"/>
                    <a:pt x="3810" y="0"/>
                  </a:cubicBezTo>
                  <a:lnTo>
                    <a:pt x="3810" y="0"/>
                  </a:lnTo>
                  <a:cubicBezTo>
                    <a:pt x="5905" y="0"/>
                    <a:pt x="7620" y="1714"/>
                    <a:pt x="7620" y="3810"/>
                  </a:cubicBezTo>
                  <a:lnTo>
                    <a:pt x="7620" y="170497"/>
                  </a:lnTo>
                  <a:cubicBezTo>
                    <a:pt x="7620" y="172593"/>
                    <a:pt x="5905" y="174308"/>
                    <a:pt x="3810" y="17430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8" name="Google Shape;128;p6"/>
          <p:cNvSpPr/>
          <p:nvPr/>
        </p:nvSpPr>
        <p:spPr>
          <a:xfrm rot="532502" flipH="1">
            <a:off x="-685486" y="5847036"/>
            <a:ext cx="2019945" cy="1633321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29" name="Google Shape;129;p6"/>
          <p:cNvGrpSpPr/>
          <p:nvPr/>
        </p:nvGrpSpPr>
        <p:grpSpPr>
          <a:xfrm>
            <a:off x="-198365" y="6058954"/>
            <a:ext cx="1045633" cy="779197"/>
            <a:chOff x="1914620" y="1930431"/>
            <a:chExt cx="572929" cy="426911"/>
          </a:xfrm>
        </p:grpSpPr>
        <p:grpSp>
          <p:nvGrpSpPr>
            <p:cNvPr id="130" name="Google Shape;130;p6"/>
            <p:cNvGrpSpPr/>
            <p:nvPr/>
          </p:nvGrpSpPr>
          <p:grpSpPr>
            <a:xfrm>
              <a:off x="1914620" y="1930431"/>
              <a:ext cx="572929" cy="426911"/>
              <a:chOff x="1914620" y="1930431"/>
              <a:chExt cx="572929" cy="426911"/>
            </a:xfrm>
          </p:grpSpPr>
          <p:sp>
            <p:nvSpPr>
              <p:cNvPr id="131" name="Google Shape;131;p6"/>
              <p:cNvSpPr/>
              <p:nvPr/>
            </p:nvSpPr>
            <p:spPr>
              <a:xfrm>
                <a:off x="2042160" y="1930431"/>
                <a:ext cx="445389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389" h="299466" extrusionOk="0">
                    <a:moveTo>
                      <a:pt x="139065" y="7620"/>
                    </a:moveTo>
                    <a:lnTo>
                      <a:pt x="173355" y="41910"/>
                    </a:lnTo>
                    <a:cubicBezTo>
                      <a:pt x="178308" y="46863"/>
                      <a:pt x="185071" y="49721"/>
                      <a:pt x="192119" y="49721"/>
                    </a:cubicBezTo>
                    <a:lnTo>
                      <a:pt x="418910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7"/>
                    </a:lnTo>
                    <a:cubicBezTo>
                      <a:pt x="445389" y="287655"/>
                      <a:pt x="433483" y="299466"/>
                      <a:pt x="418910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4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" name="Google Shape;132;p6"/>
              <p:cNvSpPr/>
              <p:nvPr/>
            </p:nvSpPr>
            <p:spPr>
              <a:xfrm>
                <a:off x="1978342" y="1994058"/>
                <a:ext cx="445389" cy="299465"/>
              </a:xfrm>
              <a:custGeom>
                <a:avLst/>
                <a:gdLst/>
                <a:ahLst/>
                <a:cxnLst/>
                <a:rect l="l" t="t" r="r" b="b"/>
                <a:pathLst>
                  <a:path w="445389" h="299465" extrusionOk="0">
                    <a:moveTo>
                      <a:pt x="139065" y="7715"/>
                    </a:moveTo>
                    <a:lnTo>
                      <a:pt x="173355" y="42005"/>
                    </a:lnTo>
                    <a:cubicBezTo>
                      <a:pt x="178308" y="46958"/>
                      <a:pt x="185071" y="49721"/>
                      <a:pt x="192119" y="49721"/>
                    </a:cubicBezTo>
                    <a:lnTo>
                      <a:pt x="418909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6"/>
                    </a:lnTo>
                    <a:cubicBezTo>
                      <a:pt x="445389" y="287655"/>
                      <a:pt x="433483" y="299466"/>
                      <a:pt x="418909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6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" name="Google Shape;133;p6"/>
              <p:cNvSpPr/>
              <p:nvPr/>
            </p:nvSpPr>
            <p:spPr>
              <a:xfrm>
                <a:off x="1914620" y="2057876"/>
                <a:ext cx="445389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389" h="299466" extrusionOk="0">
                    <a:moveTo>
                      <a:pt x="139065" y="7715"/>
                    </a:moveTo>
                    <a:lnTo>
                      <a:pt x="173355" y="42005"/>
                    </a:lnTo>
                    <a:cubicBezTo>
                      <a:pt x="178308" y="46958"/>
                      <a:pt x="185071" y="49721"/>
                      <a:pt x="192119" y="49721"/>
                    </a:cubicBezTo>
                    <a:lnTo>
                      <a:pt x="418909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7"/>
                    </a:lnTo>
                    <a:cubicBezTo>
                      <a:pt x="445389" y="287655"/>
                      <a:pt x="433483" y="299466"/>
                      <a:pt x="418909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4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4" name="Google Shape;134;p6"/>
            <p:cNvSpPr/>
            <p:nvPr/>
          </p:nvSpPr>
          <p:spPr>
            <a:xfrm>
              <a:off x="2024157" y="2180272"/>
              <a:ext cx="222980" cy="101917"/>
            </a:xfrm>
            <a:custGeom>
              <a:avLst/>
              <a:gdLst/>
              <a:ahLst/>
              <a:cxnLst/>
              <a:rect l="l" t="t" r="r" b="b"/>
              <a:pathLst>
                <a:path w="222980" h="101917" extrusionOk="0">
                  <a:moveTo>
                    <a:pt x="25051" y="45529"/>
                  </a:moveTo>
                  <a:lnTo>
                    <a:pt x="0" y="45529"/>
                  </a:lnTo>
                  <a:lnTo>
                    <a:pt x="0" y="56388"/>
                  </a:lnTo>
                  <a:lnTo>
                    <a:pt x="25051" y="56388"/>
                  </a:lnTo>
                  <a:lnTo>
                    <a:pt x="25051" y="45529"/>
                  </a:lnTo>
                  <a:close/>
                  <a:moveTo>
                    <a:pt x="115538" y="79153"/>
                  </a:moveTo>
                  <a:lnTo>
                    <a:pt x="184023" y="79153"/>
                  </a:lnTo>
                  <a:lnTo>
                    <a:pt x="184023" y="68294"/>
                  </a:lnTo>
                  <a:lnTo>
                    <a:pt x="115538" y="68294"/>
                  </a:lnTo>
                  <a:lnTo>
                    <a:pt x="115538" y="79153"/>
                  </a:lnTo>
                  <a:close/>
                  <a:moveTo>
                    <a:pt x="32766" y="56388"/>
                  </a:moveTo>
                  <a:lnTo>
                    <a:pt x="129730" y="56388"/>
                  </a:lnTo>
                  <a:lnTo>
                    <a:pt x="129730" y="45529"/>
                  </a:lnTo>
                  <a:lnTo>
                    <a:pt x="32766" y="45529"/>
                  </a:lnTo>
                  <a:lnTo>
                    <a:pt x="32766" y="56388"/>
                  </a:lnTo>
                  <a:close/>
                  <a:moveTo>
                    <a:pt x="184023" y="0"/>
                  </a:moveTo>
                  <a:lnTo>
                    <a:pt x="23908" y="0"/>
                  </a:lnTo>
                  <a:lnTo>
                    <a:pt x="23908" y="10858"/>
                  </a:lnTo>
                  <a:lnTo>
                    <a:pt x="184023" y="10858"/>
                  </a:lnTo>
                  <a:lnTo>
                    <a:pt x="184023" y="0"/>
                  </a:lnTo>
                  <a:close/>
                  <a:moveTo>
                    <a:pt x="47815" y="22765"/>
                  </a:moveTo>
                  <a:lnTo>
                    <a:pt x="0" y="22765"/>
                  </a:lnTo>
                  <a:lnTo>
                    <a:pt x="0" y="33623"/>
                  </a:lnTo>
                  <a:lnTo>
                    <a:pt x="47815" y="33623"/>
                  </a:lnTo>
                  <a:lnTo>
                    <a:pt x="47815" y="22765"/>
                  </a:lnTo>
                  <a:close/>
                  <a:moveTo>
                    <a:pt x="102584" y="68294"/>
                  </a:moveTo>
                  <a:lnTo>
                    <a:pt x="0" y="68294"/>
                  </a:lnTo>
                  <a:lnTo>
                    <a:pt x="0" y="79153"/>
                  </a:lnTo>
                  <a:lnTo>
                    <a:pt x="102584" y="79153"/>
                  </a:lnTo>
                  <a:lnTo>
                    <a:pt x="102584" y="68294"/>
                  </a:lnTo>
                  <a:close/>
                  <a:moveTo>
                    <a:pt x="146875" y="101918"/>
                  </a:moveTo>
                  <a:lnTo>
                    <a:pt x="195644" y="101918"/>
                  </a:lnTo>
                  <a:lnTo>
                    <a:pt x="195644" y="91059"/>
                  </a:lnTo>
                  <a:lnTo>
                    <a:pt x="146875" y="91059"/>
                  </a:lnTo>
                  <a:lnTo>
                    <a:pt x="146875" y="101918"/>
                  </a:lnTo>
                  <a:close/>
                  <a:moveTo>
                    <a:pt x="0" y="101918"/>
                  </a:moveTo>
                  <a:lnTo>
                    <a:pt x="62198" y="101918"/>
                  </a:lnTo>
                  <a:lnTo>
                    <a:pt x="62198" y="91059"/>
                  </a:lnTo>
                  <a:lnTo>
                    <a:pt x="0" y="91059"/>
                  </a:lnTo>
                  <a:lnTo>
                    <a:pt x="0" y="101918"/>
                  </a:lnTo>
                  <a:close/>
                  <a:moveTo>
                    <a:pt x="60769" y="33623"/>
                  </a:moveTo>
                  <a:lnTo>
                    <a:pt x="222980" y="33623"/>
                  </a:lnTo>
                  <a:lnTo>
                    <a:pt x="222980" y="22765"/>
                  </a:lnTo>
                  <a:lnTo>
                    <a:pt x="60769" y="22765"/>
                  </a:lnTo>
                  <a:lnTo>
                    <a:pt x="60769" y="33623"/>
                  </a:lnTo>
                  <a:close/>
                  <a:moveTo>
                    <a:pt x="190500" y="0"/>
                  </a:moveTo>
                  <a:lnTo>
                    <a:pt x="190500" y="10858"/>
                  </a:lnTo>
                  <a:lnTo>
                    <a:pt x="222980" y="10858"/>
                  </a:lnTo>
                  <a:lnTo>
                    <a:pt x="222980" y="0"/>
                  </a:lnTo>
                  <a:lnTo>
                    <a:pt x="190500" y="0"/>
                  </a:lnTo>
                  <a:close/>
                  <a:moveTo>
                    <a:pt x="137350" y="56388"/>
                  </a:moveTo>
                  <a:lnTo>
                    <a:pt x="222980" y="56388"/>
                  </a:lnTo>
                  <a:lnTo>
                    <a:pt x="222980" y="45529"/>
                  </a:lnTo>
                  <a:lnTo>
                    <a:pt x="137350" y="45529"/>
                  </a:lnTo>
                  <a:lnTo>
                    <a:pt x="137350" y="56388"/>
                  </a:lnTo>
                  <a:close/>
                  <a:moveTo>
                    <a:pt x="196882" y="79153"/>
                  </a:moveTo>
                  <a:lnTo>
                    <a:pt x="222885" y="79153"/>
                  </a:lnTo>
                  <a:lnTo>
                    <a:pt x="222885" y="68294"/>
                  </a:lnTo>
                  <a:lnTo>
                    <a:pt x="196882" y="68294"/>
                  </a:lnTo>
                  <a:lnTo>
                    <a:pt x="196882" y="79153"/>
                  </a:lnTo>
                  <a:close/>
                  <a:moveTo>
                    <a:pt x="75057" y="101918"/>
                  </a:moveTo>
                  <a:lnTo>
                    <a:pt x="139065" y="101918"/>
                  </a:lnTo>
                  <a:lnTo>
                    <a:pt x="139065" y="91059"/>
                  </a:lnTo>
                  <a:lnTo>
                    <a:pt x="75057" y="91059"/>
                  </a:lnTo>
                  <a:lnTo>
                    <a:pt x="75057" y="10191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5" name="Google Shape;135;p6"/>
          <p:cNvSpPr/>
          <p:nvPr/>
        </p:nvSpPr>
        <p:spPr>
          <a:xfrm rot="5844200">
            <a:off x="10707398" y="3119083"/>
            <a:ext cx="3205735" cy="1758128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650622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"/>
          <p:cNvSpPr txBox="1">
            <a:spLocks noGrp="1"/>
          </p:cNvSpPr>
          <p:nvPr>
            <p:ph type="title"/>
          </p:nvPr>
        </p:nvSpPr>
        <p:spPr>
          <a:xfrm>
            <a:off x="1082633" y="1377200"/>
            <a:ext cx="3739200" cy="134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38" name="Google Shape;138;p7"/>
          <p:cNvSpPr txBox="1">
            <a:spLocks noGrp="1"/>
          </p:cNvSpPr>
          <p:nvPr>
            <p:ph type="subTitle" idx="1"/>
          </p:nvPr>
        </p:nvSpPr>
        <p:spPr>
          <a:xfrm>
            <a:off x="1082633" y="2719600"/>
            <a:ext cx="5726400" cy="27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39" name="Google Shape;139;p7"/>
          <p:cNvSpPr>
            <a:spLocks noGrp="1"/>
          </p:cNvSpPr>
          <p:nvPr>
            <p:ph type="pic" idx="2"/>
          </p:nvPr>
        </p:nvSpPr>
        <p:spPr>
          <a:xfrm>
            <a:off x="7558633" y="1435400"/>
            <a:ext cx="3987200" cy="39872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140" name="Google Shape;140;p7"/>
          <p:cNvSpPr/>
          <p:nvPr/>
        </p:nvSpPr>
        <p:spPr>
          <a:xfrm rot="-2381697">
            <a:off x="-1686827" y="-882126"/>
            <a:ext cx="4128269" cy="2678651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1" name="Google Shape;141;p7"/>
          <p:cNvSpPr/>
          <p:nvPr/>
        </p:nvSpPr>
        <p:spPr>
          <a:xfrm rot="-7296874">
            <a:off x="-980053" y="5642099"/>
            <a:ext cx="2714737" cy="2011819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42" name="Google Shape;142;p7"/>
          <p:cNvGrpSpPr/>
          <p:nvPr/>
        </p:nvGrpSpPr>
        <p:grpSpPr>
          <a:xfrm>
            <a:off x="86755" y="5830726"/>
            <a:ext cx="1170877" cy="872709"/>
            <a:chOff x="1114425" y="4361211"/>
            <a:chExt cx="573023" cy="427101"/>
          </a:xfrm>
        </p:grpSpPr>
        <p:grpSp>
          <p:nvGrpSpPr>
            <p:cNvPr id="143" name="Google Shape;143;p7"/>
            <p:cNvGrpSpPr/>
            <p:nvPr/>
          </p:nvGrpSpPr>
          <p:grpSpPr>
            <a:xfrm>
              <a:off x="1114425" y="4361211"/>
              <a:ext cx="573023" cy="427101"/>
              <a:chOff x="1114425" y="4361211"/>
              <a:chExt cx="573023" cy="427101"/>
            </a:xfrm>
          </p:grpSpPr>
          <p:sp>
            <p:nvSpPr>
              <p:cNvPr id="144" name="Google Shape;144;p7"/>
              <p:cNvSpPr/>
              <p:nvPr/>
            </p:nvSpPr>
            <p:spPr>
              <a:xfrm>
                <a:off x="1241964" y="4361211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715"/>
                    </a:moveTo>
                    <a:lnTo>
                      <a:pt x="173450" y="42005"/>
                    </a:lnTo>
                    <a:cubicBezTo>
                      <a:pt x="178403" y="46958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35363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" name="Google Shape;145;p7"/>
              <p:cNvSpPr/>
              <p:nvPr/>
            </p:nvSpPr>
            <p:spPr>
              <a:xfrm>
                <a:off x="1178242" y="4425029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42444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" name="Google Shape;146;p7"/>
              <p:cNvSpPr/>
              <p:nvPr/>
            </p:nvSpPr>
            <p:spPr>
              <a:xfrm>
                <a:off x="1114425" y="4488846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811"/>
                    </a:cubicBezTo>
                    <a:close/>
                  </a:path>
                </a:pathLst>
              </a:custGeom>
              <a:solidFill>
                <a:srgbClr val="6F708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47" name="Google Shape;147;p7"/>
            <p:cNvSpPr/>
            <p:nvPr/>
          </p:nvSpPr>
          <p:spPr>
            <a:xfrm>
              <a:off x="1303210" y="4628965"/>
              <a:ext cx="68735" cy="82063"/>
            </a:xfrm>
            <a:custGeom>
              <a:avLst/>
              <a:gdLst/>
              <a:ahLst/>
              <a:cxnLst/>
              <a:rect l="l" t="t" r="r" b="b"/>
              <a:pathLst>
                <a:path w="68735" h="82063" extrusionOk="0">
                  <a:moveTo>
                    <a:pt x="0" y="6471"/>
                  </a:moveTo>
                  <a:lnTo>
                    <a:pt x="0" y="75527"/>
                  </a:lnTo>
                  <a:cubicBezTo>
                    <a:pt x="0" y="80575"/>
                    <a:pt x="5524" y="83719"/>
                    <a:pt x="9811" y="81147"/>
                  </a:cubicBezTo>
                  <a:lnTo>
                    <a:pt x="65532" y="48095"/>
                  </a:lnTo>
                  <a:cubicBezTo>
                    <a:pt x="69723" y="45619"/>
                    <a:pt x="69818" y="39618"/>
                    <a:pt x="65723" y="37046"/>
                  </a:cubicBezTo>
                  <a:lnTo>
                    <a:pt x="10001" y="1042"/>
                  </a:lnTo>
                  <a:cubicBezTo>
                    <a:pt x="5715" y="-1721"/>
                    <a:pt x="0" y="1327"/>
                    <a:pt x="0" y="647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38249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8"/>
          <p:cNvSpPr txBox="1">
            <a:spLocks noGrp="1"/>
          </p:cNvSpPr>
          <p:nvPr>
            <p:ph type="title"/>
          </p:nvPr>
        </p:nvSpPr>
        <p:spPr>
          <a:xfrm>
            <a:off x="3090600" y="1742800"/>
            <a:ext cx="6010800" cy="337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3333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50" name="Google Shape;150;p8"/>
          <p:cNvSpPr/>
          <p:nvPr/>
        </p:nvSpPr>
        <p:spPr>
          <a:xfrm rot="-3263452" flipH="1">
            <a:off x="7796196" y="5237236"/>
            <a:ext cx="3997141" cy="3435056"/>
          </a:xfrm>
          <a:custGeom>
            <a:avLst/>
            <a:gdLst/>
            <a:ahLst/>
            <a:cxnLst/>
            <a:rect l="l" t="t" r="r" b="b"/>
            <a:pathLst>
              <a:path w="38869" h="30330" extrusionOk="0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51" name="Google Shape;151;p8"/>
          <p:cNvSpPr/>
          <p:nvPr/>
        </p:nvSpPr>
        <p:spPr>
          <a:xfrm rot="460623" flipH="1">
            <a:off x="8516335" y="-2022779"/>
            <a:ext cx="5449415" cy="4406276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52" name="Google Shape;152;p8"/>
          <p:cNvSpPr/>
          <p:nvPr/>
        </p:nvSpPr>
        <p:spPr>
          <a:xfrm rot="-4592116" flipH="1">
            <a:off x="8253" y="150934"/>
            <a:ext cx="857169" cy="693105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4095451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9"/>
          <p:cNvSpPr txBox="1">
            <a:spLocks noGrp="1"/>
          </p:cNvSpPr>
          <p:nvPr>
            <p:ph type="title"/>
          </p:nvPr>
        </p:nvSpPr>
        <p:spPr>
          <a:xfrm>
            <a:off x="2847400" y="1585467"/>
            <a:ext cx="6497200" cy="261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55" name="Google Shape;155;p9"/>
          <p:cNvSpPr txBox="1">
            <a:spLocks noGrp="1"/>
          </p:cNvSpPr>
          <p:nvPr>
            <p:ph type="subTitle" idx="1"/>
          </p:nvPr>
        </p:nvSpPr>
        <p:spPr>
          <a:xfrm>
            <a:off x="2847400" y="4204667"/>
            <a:ext cx="6497200" cy="89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56" name="Google Shape;156;p9"/>
          <p:cNvSpPr/>
          <p:nvPr/>
        </p:nvSpPr>
        <p:spPr>
          <a:xfrm rot="3263452">
            <a:off x="-218607" y="5237236"/>
            <a:ext cx="3997141" cy="3435056"/>
          </a:xfrm>
          <a:custGeom>
            <a:avLst/>
            <a:gdLst/>
            <a:ahLst/>
            <a:cxnLst/>
            <a:rect l="l" t="t" r="r" b="b"/>
            <a:pathLst>
              <a:path w="38869" h="30330" extrusionOk="0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57" name="Google Shape;157;p9"/>
          <p:cNvSpPr/>
          <p:nvPr/>
        </p:nvSpPr>
        <p:spPr>
          <a:xfrm rot="-460623">
            <a:off x="-2391017" y="-2022779"/>
            <a:ext cx="5449415" cy="4406276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58" name="Google Shape;158;p9"/>
          <p:cNvSpPr/>
          <p:nvPr/>
        </p:nvSpPr>
        <p:spPr>
          <a:xfrm rot="4592047">
            <a:off x="10396342" y="790938"/>
            <a:ext cx="1966877" cy="1590412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8420380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0"/>
          <p:cNvSpPr txBox="1">
            <a:spLocks noGrp="1"/>
          </p:cNvSpPr>
          <p:nvPr>
            <p:ph type="title"/>
          </p:nvPr>
        </p:nvSpPr>
        <p:spPr>
          <a:xfrm>
            <a:off x="960000" y="5352600"/>
            <a:ext cx="10272000" cy="7636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8819284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1"/>
          <p:cNvSpPr txBox="1">
            <a:spLocks noGrp="1"/>
          </p:cNvSpPr>
          <p:nvPr>
            <p:ph type="title" hasCustomPrompt="1"/>
          </p:nvPr>
        </p:nvSpPr>
        <p:spPr>
          <a:xfrm>
            <a:off x="950967" y="1969817"/>
            <a:ext cx="8768000" cy="203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9pPr>
          </a:lstStyle>
          <a:p>
            <a:r>
              <a:t>xx%</a:t>
            </a:r>
          </a:p>
        </p:txBody>
      </p:sp>
      <p:sp>
        <p:nvSpPr>
          <p:cNvPr id="163" name="Google Shape;163;p11"/>
          <p:cNvSpPr txBox="1">
            <a:spLocks noGrp="1"/>
          </p:cNvSpPr>
          <p:nvPr>
            <p:ph type="subTitle" idx="1"/>
          </p:nvPr>
        </p:nvSpPr>
        <p:spPr>
          <a:xfrm>
            <a:off x="950967" y="4225384"/>
            <a:ext cx="8768000" cy="66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64" name="Google Shape;164;p11"/>
          <p:cNvSpPr/>
          <p:nvPr/>
        </p:nvSpPr>
        <p:spPr>
          <a:xfrm rot="-1900174" flipH="1">
            <a:off x="-666745" y="-581420"/>
            <a:ext cx="2306144" cy="1864741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65" name="Google Shape;165;p11"/>
          <p:cNvSpPr/>
          <p:nvPr/>
        </p:nvSpPr>
        <p:spPr>
          <a:xfrm rot="-3263452" flipH="1">
            <a:off x="7796196" y="5237236"/>
            <a:ext cx="3997141" cy="3435056"/>
          </a:xfrm>
          <a:custGeom>
            <a:avLst/>
            <a:gdLst/>
            <a:ahLst/>
            <a:cxnLst/>
            <a:rect l="l" t="t" r="r" b="b"/>
            <a:pathLst>
              <a:path w="38869" h="30330" extrusionOk="0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66" name="Google Shape;166;p11"/>
          <p:cNvSpPr/>
          <p:nvPr/>
        </p:nvSpPr>
        <p:spPr>
          <a:xfrm rot="460623" flipH="1">
            <a:off x="8516335" y="-2022779"/>
            <a:ext cx="5449415" cy="4406276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67" name="Google Shape;167;p11"/>
          <p:cNvSpPr/>
          <p:nvPr/>
        </p:nvSpPr>
        <p:spPr>
          <a:xfrm rot="531593" flipH="1">
            <a:off x="-1630384" y="5105842"/>
            <a:ext cx="3870616" cy="3129769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68" name="Google Shape;168;p11"/>
          <p:cNvGrpSpPr/>
          <p:nvPr/>
        </p:nvGrpSpPr>
        <p:grpSpPr>
          <a:xfrm>
            <a:off x="9922005" y="386470"/>
            <a:ext cx="1822551" cy="1842799"/>
            <a:chOff x="6568493" y="8"/>
            <a:chExt cx="1820608" cy="1840590"/>
          </a:xfrm>
        </p:grpSpPr>
        <p:sp>
          <p:nvSpPr>
            <p:cNvPr id="169" name="Google Shape;169;p11"/>
            <p:cNvSpPr/>
            <p:nvPr/>
          </p:nvSpPr>
          <p:spPr>
            <a:xfrm>
              <a:off x="6737915" y="169351"/>
              <a:ext cx="1651185" cy="1671247"/>
            </a:xfrm>
            <a:custGeom>
              <a:avLst/>
              <a:gdLst/>
              <a:ahLst/>
              <a:cxnLst/>
              <a:rect l="l" t="t" r="r" b="b"/>
              <a:pathLst>
                <a:path w="1959864" h="1983676" extrusionOk="0">
                  <a:moveTo>
                    <a:pt x="1868520" y="0"/>
                  </a:moveTo>
                  <a:lnTo>
                    <a:pt x="91345" y="0"/>
                  </a:lnTo>
                  <a:cubicBezTo>
                    <a:pt x="40958" y="0"/>
                    <a:pt x="0" y="40958"/>
                    <a:pt x="0" y="91345"/>
                  </a:cubicBezTo>
                  <a:lnTo>
                    <a:pt x="0" y="1892427"/>
                  </a:lnTo>
                  <a:cubicBezTo>
                    <a:pt x="0" y="1942814"/>
                    <a:pt x="40958" y="1983677"/>
                    <a:pt x="91345" y="1983677"/>
                  </a:cubicBezTo>
                  <a:lnTo>
                    <a:pt x="1868520" y="1983677"/>
                  </a:lnTo>
                  <a:cubicBezTo>
                    <a:pt x="1918906" y="1983677"/>
                    <a:pt x="1959864" y="1942814"/>
                    <a:pt x="1959864" y="1892427"/>
                  </a:cubicBezTo>
                  <a:lnTo>
                    <a:pt x="1959864" y="91345"/>
                  </a:lnTo>
                  <a:cubicBezTo>
                    <a:pt x="1959864" y="40958"/>
                    <a:pt x="1918906" y="0"/>
                    <a:pt x="186852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" name="Google Shape;170;p11"/>
            <p:cNvSpPr/>
            <p:nvPr/>
          </p:nvSpPr>
          <p:spPr>
            <a:xfrm>
              <a:off x="6653203" y="8"/>
              <a:ext cx="1651185" cy="1671247"/>
            </a:xfrm>
            <a:custGeom>
              <a:avLst/>
              <a:gdLst/>
              <a:ahLst/>
              <a:cxnLst/>
              <a:rect l="l" t="t" r="r" b="b"/>
              <a:pathLst>
                <a:path w="1959864" h="1983676" extrusionOk="0">
                  <a:moveTo>
                    <a:pt x="1868519" y="0"/>
                  </a:moveTo>
                  <a:lnTo>
                    <a:pt x="91345" y="0"/>
                  </a:lnTo>
                  <a:cubicBezTo>
                    <a:pt x="40958" y="0"/>
                    <a:pt x="0" y="40958"/>
                    <a:pt x="0" y="91345"/>
                  </a:cubicBezTo>
                  <a:lnTo>
                    <a:pt x="0" y="1892427"/>
                  </a:lnTo>
                  <a:cubicBezTo>
                    <a:pt x="0" y="1942814"/>
                    <a:pt x="40958" y="1983677"/>
                    <a:pt x="91345" y="1983677"/>
                  </a:cubicBezTo>
                  <a:lnTo>
                    <a:pt x="1868519" y="1983677"/>
                  </a:lnTo>
                  <a:cubicBezTo>
                    <a:pt x="1918907" y="1983677"/>
                    <a:pt x="1959865" y="1942814"/>
                    <a:pt x="1959865" y="1892427"/>
                  </a:cubicBezTo>
                  <a:lnTo>
                    <a:pt x="1959865" y="91345"/>
                  </a:lnTo>
                  <a:cubicBezTo>
                    <a:pt x="1959865" y="40958"/>
                    <a:pt x="1918907" y="0"/>
                    <a:pt x="186851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71" name="Google Shape;171;p11"/>
            <p:cNvGrpSpPr/>
            <p:nvPr/>
          </p:nvGrpSpPr>
          <p:grpSpPr>
            <a:xfrm>
              <a:off x="6568493" y="84720"/>
              <a:ext cx="1649109" cy="1669065"/>
              <a:chOff x="8921020" y="472154"/>
              <a:chExt cx="1959958" cy="1983676"/>
            </a:xfrm>
          </p:grpSpPr>
          <p:sp>
            <p:nvSpPr>
              <p:cNvPr id="172" name="Google Shape;172;p11"/>
              <p:cNvSpPr/>
              <p:nvPr/>
            </p:nvSpPr>
            <p:spPr>
              <a:xfrm>
                <a:off x="8921114" y="472154"/>
                <a:ext cx="1959864" cy="1983676"/>
              </a:xfrm>
              <a:custGeom>
                <a:avLst/>
                <a:gdLst/>
                <a:ahLst/>
                <a:cxnLst/>
                <a:rect l="l" t="t" r="r" b="b"/>
                <a:pathLst>
                  <a:path w="1959864" h="1983676" extrusionOk="0">
                    <a:moveTo>
                      <a:pt x="1959864" y="91345"/>
                    </a:moveTo>
                    <a:lnTo>
                      <a:pt x="1959864" y="1892427"/>
                    </a:lnTo>
                    <a:cubicBezTo>
                      <a:pt x="1959864" y="1942814"/>
                      <a:pt x="1918907" y="1983677"/>
                      <a:pt x="1868520" y="1983677"/>
                    </a:cubicBezTo>
                    <a:lnTo>
                      <a:pt x="91345" y="1983677"/>
                    </a:lnTo>
                    <a:cubicBezTo>
                      <a:pt x="40958" y="1983677"/>
                      <a:pt x="0" y="1942814"/>
                      <a:pt x="0" y="1892427"/>
                    </a:cubicBezTo>
                    <a:lnTo>
                      <a:pt x="0" y="91345"/>
                    </a:lnTo>
                    <a:cubicBezTo>
                      <a:pt x="0" y="40958"/>
                      <a:pt x="40958" y="0"/>
                      <a:pt x="91345" y="0"/>
                    </a:cubicBezTo>
                    <a:lnTo>
                      <a:pt x="1868520" y="0"/>
                    </a:lnTo>
                    <a:cubicBezTo>
                      <a:pt x="1918907" y="0"/>
                      <a:pt x="1959864" y="40958"/>
                      <a:pt x="1959864" y="9134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>
                <a:off x="8921020" y="472154"/>
                <a:ext cx="1959958" cy="172307"/>
              </a:xfrm>
              <a:custGeom>
                <a:avLst/>
                <a:gdLst/>
                <a:ahLst/>
                <a:cxnLst/>
                <a:rect l="l" t="t" r="r" b="b"/>
                <a:pathLst>
                  <a:path w="1959958" h="172307" extrusionOk="0">
                    <a:moveTo>
                      <a:pt x="1959959" y="91345"/>
                    </a:moveTo>
                    <a:lnTo>
                      <a:pt x="1959959" y="172307"/>
                    </a:lnTo>
                    <a:lnTo>
                      <a:pt x="0" y="172307"/>
                    </a:lnTo>
                    <a:lnTo>
                      <a:pt x="0" y="91345"/>
                    </a:lnTo>
                    <a:cubicBezTo>
                      <a:pt x="0" y="40958"/>
                      <a:pt x="40957" y="0"/>
                      <a:pt x="91344" y="0"/>
                    </a:cubicBezTo>
                    <a:lnTo>
                      <a:pt x="1868519" y="0"/>
                    </a:lnTo>
                    <a:cubicBezTo>
                      <a:pt x="1918906" y="0"/>
                      <a:pt x="1959864" y="40958"/>
                      <a:pt x="1959864" y="91345"/>
                    </a:cubicBezTo>
                    <a:close/>
                  </a:path>
                </a:pathLst>
              </a:custGeom>
              <a:solidFill>
                <a:srgbClr val="000000">
                  <a:alpha val="1006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74" name="Google Shape;174;p11"/>
              <p:cNvGrpSpPr/>
              <p:nvPr/>
            </p:nvGrpSpPr>
            <p:grpSpPr>
              <a:xfrm>
                <a:off x="9011888" y="537781"/>
                <a:ext cx="255174" cy="64389"/>
                <a:chOff x="9011888" y="537781"/>
                <a:chExt cx="255174" cy="64389"/>
              </a:xfrm>
            </p:grpSpPr>
            <p:sp>
              <p:nvSpPr>
                <p:cNvPr id="175" name="Google Shape;175;p11"/>
                <p:cNvSpPr/>
                <p:nvPr/>
              </p:nvSpPr>
              <p:spPr>
                <a:xfrm>
                  <a:off x="9202673" y="537781"/>
                  <a:ext cx="64389" cy="643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389" h="64389" extrusionOk="0">
                      <a:moveTo>
                        <a:pt x="64389" y="32195"/>
                      </a:moveTo>
                      <a:cubicBezTo>
                        <a:pt x="64389" y="50006"/>
                        <a:pt x="50006" y="64389"/>
                        <a:pt x="32195" y="64389"/>
                      </a:cubicBezTo>
                      <a:cubicBezTo>
                        <a:pt x="14383" y="64389"/>
                        <a:pt x="0" y="50006"/>
                        <a:pt x="0" y="32195"/>
                      </a:cubicBezTo>
                      <a:cubicBezTo>
                        <a:pt x="0" y="14383"/>
                        <a:pt x="14383" y="0"/>
                        <a:pt x="32195" y="0"/>
                      </a:cubicBezTo>
                      <a:cubicBezTo>
                        <a:pt x="50006" y="0"/>
                        <a:pt x="64389" y="14383"/>
                        <a:pt x="64389" y="3219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6" name="Google Shape;176;p11"/>
                <p:cNvSpPr/>
                <p:nvPr/>
              </p:nvSpPr>
              <p:spPr>
                <a:xfrm>
                  <a:off x="9107233" y="537781"/>
                  <a:ext cx="64389" cy="643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389" h="64389" extrusionOk="0">
                      <a:moveTo>
                        <a:pt x="64389" y="32195"/>
                      </a:moveTo>
                      <a:cubicBezTo>
                        <a:pt x="64389" y="50006"/>
                        <a:pt x="50006" y="64389"/>
                        <a:pt x="32195" y="64389"/>
                      </a:cubicBezTo>
                      <a:cubicBezTo>
                        <a:pt x="14383" y="64389"/>
                        <a:pt x="0" y="50006"/>
                        <a:pt x="0" y="32195"/>
                      </a:cubicBezTo>
                      <a:cubicBezTo>
                        <a:pt x="0" y="14383"/>
                        <a:pt x="14383" y="0"/>
                        <a:pt x="32195" y="0"/>
                      </a:cubicBezTo>
                      <a:cubicBezTo>
                        <a:pt x="50006" y="0"/>
                        <a:pt x="64389" y="14383"/>
                        <a:pt x="64389" y="3219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7" name="Google Shape;177;p11"/>
                <p:cNvSpPr/>
                <p:nvPr/>
              </p:nvSpPr>
              <p:spPr>
                <a:xfrm>
                  <a:off x="9011888" y="537781"/>
                  <a:ext cx="64389" cy="643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389" h="64389" extrusionOk="0">
                      <a:moveTo>
                        <a:pt x="64389" y="32195"/>
                      </a:moveTo>
                      <a:cubicBezTo>
                        <a:pt x="64389" y="50006"/>
                        <a:pt x="50006" y="64389"/>
                        <a:pt x="32195" y="64389"/>
                      </a:cubicBezTo>
                      <a:cubicBezTo>
                        <a:pt x="14383" y="64389"/>
                        <a:pt x="0" y="50006"/>
                        <a:pt x="0" y="32195"/>
                      </a:cubicBezTo>
                      <a:cubicBezTo>
                        <a:pt x="0" y="14383"/>
                        <a:pt x="14383" y="0"/>
                        <a:pt x="32195" y="0"/>
                      </a:cubicBezTo>
                      <a:cubicBezTo>
                        <a:pt x="50006" y="0"/>
                        <a:pt x="64389" y="14383"/>
                        <a:pt x="64389" y="3219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78" name="Google Shape;178;p11"/>
            <p:cNvGrpSpPr/>
            <p:nvPr/>
          </p:nvGrpSpPr>
          <p:grpSpPr>
            <a:xfrm>
              <a:off x="6795939" y="406335"/>
              <a:ext cx="1194216" cy="1228757"/>
              <a:chOff x="9191339" y="854392"/>
              <a:chExt cx="1419320" cy="1460372"/>
            </a:xfrm>
          </p:grpSpPr>
          <p:grpSp>
            <p:nvGrpSpPr>
              <p:cNvPr id="179" name="Google Shape;179;p11"/>
              <p:cNvGrpSpPr/>
              <p:nvPr/>
            </p:nvGrpSpPr>
            <p:grpSpPr>
              <a:xfrm>
                <a:off x="9191339" y="1884045"/>
                <a:ext cx="604932" cy="420243"/>
                <a:chOff x="9191339" y="1884045"/>
                <a:chExt cx="604932" cy="420243"/>
              </a:xfrm>
            </p:grpSpPr>
            <p:sp>
              <p:nvSpPr>
                <p:cNvPr id="180" name="Google Shape;180;p11"/>
                <p:cNvSpPr/>
                <p:nvPr/>
              </p:nvSpPr>
              <p:spPr>
                <a:xfrm>
                  <a:off x="9191339" y="1884045"/>
                  <a:ext cx="237077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077" h="52959" extrusionOk="0">
                      <a:moveTo>
                        <a:pt x="0" y="0"/>
                      </a:moveTo>
                      <a:lnTo>
                        <a:pt x="237077" y="0"/>
                      </a:lnTo>
                      <a:lnTo>
                        <a:pt x="2370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1" name="Google Shape;181;p11"/>
                <p:cNvSpPr/>
                <p:nvPr/>
              </p:nvSpPr>
              <p:spPr>
                <a:xfrm>
                  <a:off x="9449466" y="1884045"/>
                  <a:ext cx="182498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2498" h="52959" extrusionOk="0">
                      <a:moveTo>
                        <a:pt x="0" y="0"/>
                      </a:moveTo>
                      <a:lnTo>
                        <a:pt x="182499" y="0"/>
                      </a:lnTo>
                      <a:lnTo>
                        <a:pt x="182499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2" name="Google Shape;182;p11"/>
                <p:cNvSpPr/>
                <p:nvPr/>
              </p:nvSpPr>
              <p:spPr>
                <a:xfrm>
                  <a:off x="9651396" y="1884045"/>
                  <a:ext cx="14487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875" h="52959" extrusionOk="0">
                      <a:moveTo>
                        <a:pt x="0" y="0"/>
                      </a:moveTo>
                      <a:lnTo>
                        <a:pt x="144876" y="0"/>
                      </a:lnTo>
                      <a:lnTo>
                        <a:pt x="14487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3" name="Google Shape;183;p11"/>
                <p:cNvSpPr/>
                <p:nvPr/>
              </p:nvSpPr>
              <p:spPr>
                <a:xfrm>
                  <a:off x="9308306" y="2006536"/>
                  <a:ext cx="48796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965" h="52959" extrusionOk="0">
                      <a:moveTo>
                        <a:pt x="0" y="0"/>
                      </a:moveTo>
                      <a:lnTo>
                        <a:pt x="487966" y="0"/>
                      </a:lnTo>
                      <a:lnTo>
                        <a:pt x="48796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4" name="Google Shape;184;p11"/>
                <p:cNvSpPr/>
                <p:nvPr/>
              </p:nvSpPr>
              <p:spPr>
                <a:xfrm>
                  <a:off x="9191339" y="2006536"/>
                  <a:ext cx="89630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630" h="52959" extrusionOk="0">
                      <a:moveTo>
                        <a:pt x="0" y="0"/>
                      </a:moveTo>
                      <a:lnTo>
                        <a:pt x="89630" y="0"/>
                      </a:lnTo>
                      <a:lnTo>
                        <a:pt x="8963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5" name="Google Shape;185;p11"/>
                <p:cNvSpPr/>
                <p:nvPr/>
              </p:nvSpPr>
              <p:spPr>
                <a:xfrm>
                  <a:off x="9460325" y="2128932"/>
                  <a:ext cx="230790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0790" h="52959" extrusionOk="0">
                      <a:moveTo>
                        <a:pt x="0" y="0"/>
                      </a:moveTo>
                      <a:lnTo>
                        <a:pt x="230791" y="0"/>
                      </a:lnTo>
                      <a:lnTo>
                        <a:pt x="230791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6" name="Google Shape;186;p11"/>
                <p:cNvSpPr/>
                <p:nvPr/>
              </p:nvSpPr>
              <p:spPr>
                <a:xfrm>
                  <a:off x="9713023" y="2128932"/>
                  <a:ext cx="83248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248" h="52959" extrusionOk="0">
                      <a:moveTo>
                        <a:pt x="0" y="0"/>
                      </a:moveTo>
                      <a:lnTo>
                        <a:pt x="83248" y="0"/>
                      </a:lnTo>
                      <a:lnTo>
                        <a:pt x="83248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7" name="Google Shape;187;p11"/>
                <p:cNvSpPr/>
                <p:nvPr/>
              </p:nvSpPr>
              <p:spPr>
                <a:xfrm>
                  <a:off x="9191339" y="2128932"/>
                  <a:ext cx="24793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7935" h="52959" extrusionOk="0">
                      <a:moveTo>
                        <a:pt x="0" y="0"/>
                      </a:moveTo>
                      <a:lnTo>
                        <a:pt x="247936" y="0"/>
                      </a:lnTo>
                      <a:lnTo>
                        <a:pt x="24793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8" name="Google Shape;188;p11"/>
                <p:cNvSpPr/>
                <p:nvPr/>
              </p:nvSpPr>
              <p:spPr>
                <a:xfrm>
                  <a:off x="9365170" y="2251329"/>
                  <a:ext cx="200977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977" h="52959" extrusionOk="0">
                      <a:moveTo>
                        <a:pt x="0" y="0"/>
                      </a:moveTo>
                      <a:lnTo>
                        <a:pt x="200977" y="0"/>
                      </a:lnTo>
                      <a:lnTo>
                        <a:pt x="2009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9" name="Google Shape;189;p11"/>
                <p:cNvSpPr/>
                <p:nvPr/>
              </p:nvSpPr>
              <p:spPr>
                <a:xfrm>
                  <a:off x="9191339" y="2251329"/>
                  <a:ext cx="151256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256" h="52959" extrusionOk="0">
                      <a:moveTo>
                        <a:pt x="0" y="0"/>
                      </a:moveTo>
                      <a:lnTo>
                        <a:pt x="151257" y="0"/>
                      </a:lnTo>
                      <a:lnTo>
                        <a:pt x="15125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90" name="Google Shape;190;p11"/>
              <p:cNvGrpSpPr/>
              <p:nvPr/>
            </p:nvGrpSpPr>
            <p:grpSpPr>
              <a:xfrm>
                <a:off x="10004774" y="854392"/>
                <a:ext cx="604932" cy="420243"/>
                <a:chOff x="10004774" y="854392"/>
                <a:chExt cx="604932" cy="420243"/>
              </a:xfrm>
            </p:grpSpPr>
            <p:sp>
              <p:nvSpPr>
                <p:cNvPr id="191" name="Google Shape;191;p11"/>
                <p:cNvSpPr/>
                <p:nvPr/>
              </p:nvSpPr>
              <p:spPr>
                <a:xfrm>
                  <a:off x="10004774" y="854392"/>
                  <a:ext cx="237077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077" h="52959" extrusionOk="0">
                      <a:moveTo>
                        <a:pt x="0" y="0"/>
                      </a:moveTo>
                      <a:lnTo>
                        <a:pt x="237077" y="0"/>
                      </a:lnTo>
                      <a:lnTo>
                        <a:pt x="2370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2" name="Google Shape;192;p11"/>
                <p:cNvSpPr/>
                <p:nvPr/>
              </p:nvSpPr>
              <p:spPr>
                <a:xfrm>
                  <a:off x="10262901" y="854392"/>
                  <a:ext cx="182498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2498" h="52959" extrusionOk="0">
                      <a:moveTo>
                        <a:pt x="0" y="0"/>
                      </a:moveTo>
                      <a:lnTo>
                        <a:pt x="182498" y="0"/>
                      </a:lnTo>
                      <a:lnTo>
                        <a:pt x="182498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3" name="Google Shape;193;p11"/>
                <p:cNvSpPr/>
                <p:nvPr/>
              </p:nvSpPr>
              <p:spPr>
                <a:xfrm>
                  <a:off x="10464831" y="854392"/>
                  <a:ext cx="14487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875" h="52959" extrusionOk="0">
                      <a:moveTo>
                        <a:pt x="0" y="0"/>
                      </a:moveTo>
                      <a:lnTo>
                        <a:pt x="144875" y="0"/>
                      </a:lnTo>
                      <a:lnTo>
                        <a:pt x="144875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4" name="Google Shape;194;p11"/>
                <p:cNvSpPr/>
                <p:nvPr/>
              </p:nvSpPr>
              <p:spPr>
                <a:xfrm>
                  <a:off x="10121741" y="976788"/>
                  <a:ext cx="48796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965" h="52959" extrusionOk="0">
                      <a:moveTo>
                        <a:pt x="0" y="0"/>
                      </a:moveTo>
                      <a:lnTo>
                        <a:pt x="487966" y="0"/>
                      </a:lnTo>
                      <a:lnTo>
                        <a:pt x="48796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5" name="Google Shape;195;p11"/>
                <p:cNvSpPr/>
                <p:nvPr/>
              </p:nvSpPr>
              <p:spPr>
                <a:xfrm>
                  <a:off x="10004774" y="976788"/>
                  <a:ext cx="89630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630" h="52959" extrusionOk="0">
                      <a:moveTo>
                        <a:pt x="0" y="0"/>
                      </a:moveTo>
                      <a:lnTo>
                        <a:pt x="89630" y="0"/>
                      </a:lnTo>
                      <a:lnTo>
                        <a:pt x="8963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6" name="Google Shape;196;p11"/>
                <p:cNvSpPr/>
                <p:nvPr/>
              </p:nvSpPr>
              <p:spPr>
                <a:xfrm>
                  <a:off x="10273760" y="1099280"/>
                  <a:ext cx="230790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0790" h="52959" extrusionOk="0">
                      <a:moveTo>
                        <a:pt x="0" y="0"/>
                      </a:moveTo>
                      <a:lnTo>
                        <a:pt x="230790" y="0"/>
                      </a:lnTo>
                      <a:lnTo>
                        <a:pt x="23079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7" name="Google Shape;197;p11"/>
                <p:cNvSpPr/>
                <p:nvPr/>
              </p:nvSpPr>
              <p:spPr>
                <a:xfrm>
                  <a:off x="10526458" y="1099280"/>
                  <a:ext cx="83248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248" h="52959" extrusionOk="0">
                      <a:moveTo>
                        <a:pt x="0" y="0"/>
                      </a:moveTo>
                      <a:lnTo>
                        <a:pt x="83249" y="0"/>
                      </a:lnTo>
                      <a:lnTo>
                        <a:pt x="83249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8" name="Google Shape;198;p11"/>
                <p:cNvSpPr/>
                <p:nvPr/>
              </p:nvSpPr>
              <p:spPr>
                <a:xfrm>
                  <a:off x="10004774" y="1099280"/>
                  <a:ext cx="24793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7935" h="52959" extrusionOk="0">
                      <a:moveTo>
                        <a:pt x="0" y="0"/>
                      </a:moveTo>
                      <a:lnTo>
                        <a:pt x="247936" y="0"/>
                      </a:lnTo>
                      <a:lnTo>
                        <a:pt x="24793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9" name="Google Shape;199;p11"/>
                <p:cNvSpPr/>
                <p:nvPr/>
              </p:nvSpPr>
              <p:spPr>
                <a:xfrm>
                  <a:off x="10178700" y="1221676"/>
                  <a:ext cx="200977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977" h="52959" extrusionOk="0">
                      <a:moveTo>
                        <a:pt x="0" y="0"/>
                      </a:moveTo>
                      <a:lnTo>
                        <a:pt x="200977" y="0"/>
                      </a:lnTo>
                      <a:lnTo>
                        <a:pt x="2009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0" name="Google Shape;200;p11"/>
                <p:cNvSpPr/>
                <p:nvPr/>
              </p:nvSpPr>
              <p:spPr>
                <a:xfrm>
                  <a:off x="10004774" y="1221676"/>
                  <a:ext cx="151256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256" h="52959" extrusionOk="0">
                      <a:moveTo>
                        <a:pt x="0" y="0"/>
                      </a:moveTo>
                      <a:lnTo>
                        <a:pt x="151257" y="0"/>
                      </a:lnTo>
                      <a:lnTo>
                        <a:pt x="15125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01" name="Google Shape;201;p11"/>
              <p:cNvGrpSpPr/>
              <p:nvPr/>
            </p:nvGrpSpPr>
            <p:grpSpPr>
              <a:xfrm>
                <a:off x="10004774" y="1374362"/>
                <a:ext cx="604932" cy="303466"/>
                <a:chOff x="10004774" y="1374362"/>
                <a:chExt cx="604932" cy="303466"/>
              </a:xfrm>
            </p:grpSpPr>
            <p:sp>
              <p:nvSpPr>
                <p:cNvPr id="202" name="Google Shape;202;p11"/>
                <p:cNvSpPr/>
                <p:nvPr/>
              </p:nvSpPr>
              <p:spPr>
                <a:xfrm>
                  <a:off x="10004774" y="1374362"/>
                  <a:ext cx="237077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077" h="52959" extrusionOk="0">
                      <a:moveTo>
                        <a:pt x="0" y="0"/>
                      </a:moveTo>
                      <a:lnTo>
                        <a:pt x="237077" y="0"/>
                      </a:lnTo>
                      <a:lnTo>
                        <a:pt x="2370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3" name="Google Shape;203;p11"/>
                <p:cNvSpPr/>
                <p:nvPr/>
              </p:nvSpPr>
              <p:spPr>
                <a:xfrm>
                  <a:off x="10262901" y="1374362"/>
                  <a:ext cx="182498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2498" h="52959" extrusionOk="0">
                      <a:moveTo>
                        <a:pt x="0" y="0"/>
                      </a:moveTo>
                      <a:lnTo>
                        <a:pt x="182498" y="0"/>
                      </a:lnTo>
                      <a:lnTo>
                        <a:pt x="182498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4" name="Google Shape;204;p11"/>
                <p:cNvSpPr/>
                <p:nvPr/>
              </p:nvSpPr>
              <p:spPr>
                <a:xfrm>
                  <a:off x="10464831" y="1374362"/>
                  <a:ext cx="14487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875" h="52959" extrusionOk="0">
                      <a:moveTo>
                        <a:pt x="0" y="0"/>
                      </a:moveTo>
                      <a:lnTo>
                        <a:pt x="144875" y="0"/>
                      </a:lnTo>
                      <a:lnTo>
                        <a:pt x="144875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5" name="Google Shape;205;p11"/>
                <p:cNvSpPr/>
                <p:nvPr/>
              </p:nvSpPr>
              <p:spPr>
                <a:xfrm>
                  <a:off x="10273760" y="1502378"/>
                  <a:ext cx="230790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0790" h="52959" extrusionOk="0">
                      <a:moveTo>
                        <a:pt x="0" y="0"/>
                      </a:moveTo>
                      <a:lnTo>
                        <a:pt x="230790" y="0"/>
                      </a:lnTo>
                      <a:lnTo>
                        <a:pt x="23079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6" name="Google Shape;206;p11"/>
                <p:cNvSpPr/>
                <p:nvPr/>
              </p:nvSpPr>
              <p:spPr>
                <a:xfrm>
                  <a:off x="10526458" y="1502378"/>
                  <a:ext cx="83248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248" h="52959" extrusionOk="0">
                      <a:moveTo>
                        <a:pt x="0" y="0"/>
                      </a:moveTo>
                      <a:lnTo>
                        <a:pt x="83249" y="0"/>
                      </a:lnTo>
                      <a:lnTo>
                        <a:pt x="83249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7" name="Google Shape;207;p11"/>
                <p:cNvSpPr/>
                <p:nvPr/>
              </p:nvSpPr>
              <p:spPr>
                <a:xfrm>
                  <a:off x="10004774" y="1502378"/>
                  <a:ext cx="24793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7935" h="52959" extrusionOk="0">
                      <a:moveTo>
                        <a:pt x="0" y="0"/>
                      </a:moveTo>
                      <a:lnTo>
                        <a:pt x="247936" y="0"/>
                      </a:lnTo>
                      <a:lnTo>
                        <a:pt x="24793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8" name="Google Shape;208;p11"/>
                <p:cNvSpPr/>
                <p:nvPr/>
              </p:nvSpPr>
              <p:spPr>
                <a:xfrm>
                  <a:off x="10178700" y="1624869"/>
                  <a:ext cx="200977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977" h="52959" extrusionOk="0">
                      <a:moveTo>
                        <a:pt x="0" y="0"/>
                      </a:moveTo>
                      <a:lnTo>
                        <a:pt x="200977" y="0"/>
                      </a:lnTo>
                      <a:lnTo>
                        <a:pt x="2009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9" name="Google Shape;209;p11"/>
                <p:cNvSpPr/>
                <p:nvPr/>
              </p:nvSpPr>
              <p:spPr>
                <a:xfrm>
                  <a:off x="10004774" y="1624869"/>
                  <a:ext cx="151256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256" h="52959" extrusionOk="0">
                      <a:moveTo>
                        <a:pt x="0" y="0"/>
                      </a:moveTo>
                      <a:lnTo>
                        <a:pt x="151257" y="0"/>
                      </a:lnTo>
                      <a:lnTo>
                        <a:pt x="15125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10" name="Google Shape;210;p11"/>
              <p:cNvSpPr/>
              <p:nvPr/>
            </p:nvSpPr>
            <p:spPr>
              <a:xfrm>
                <a:off x="10004774" y="1875948"/>
                <a:ext cx="605885" cy="438816"/>
              </a:xfrm>
              <a:custGeom>
                <a:avLst/>
                <a:gdLst/>
                <a:ahLst/>
                <a:cxnLst/>
                <a:rect l="l" t="t" r="r" b="b"/>
                <a:pathLst>
                  <a:path w="605885" h="438816" extrusionOk="0">
                    <a:moveTo>
                      <a:pt x="572167" y="0"/>
                    </a:moveTo>
                    <a:cubicBezTo>
                      <a:pt x="590789" y="0"/>
                      <a:pt x="605885" y="15096"/>
                      <a:pt x="605885" y="33718"/>
                    </a:cubicBezTo>
                    <a:lnTo>
                      <a:pt x="605885" y="405098"/>
                    </a:lnTo>
                    <a:cubicBezTo>
                      <a:pt x="605885" y="423720"/>
                      <a:pt x="590789" y="438817"/>
                      <a:pt x="572167" y="438817"/>
                    </a:cubicBezTo>
                    <a:lnTo>
                      <a:pt x="33718" y="438817"/>
                    </a:lnTo>
                    <a:cubicBezTo>
                      <a:pt x="15096" y="438817"/>
                      <a:pt x="0" y="423720"/>
                      <a:pt x="0" y="405098"/>
                    </a:cubicBezTo>
                    <a:lnTo>
                      <a:pt x="0" y="33718"/>
                    </a:lnTo>
                    <a:cubicBezTo>
                      <a:pt x="0" y="15096"/>
                      <a:pt x="15096" y="0"/>
                      <a:pt x="3371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>
                <a:off x="9191339" y="860202"/>
                <a:ext cx="605885" cy="815149"/>
              </a:xfrm>
              <a:custGeom>
                <a:avLst/>
                <a:gdLst/>
                <a:ahLst/>
                <a:cxnLst/>
                <a:rect l="l" t="t" r="r" b="b"/>
                <a:pathLst>
                  <a:path w="605885" h="815149" extrusionOk="0">
                    <a:moveTo>
                      <a:pt x="554260" y="0"/>
                    </a:moveTo>
                    <a:cubicBezTo>
                      <a:pt x="582772" y="0"/>
                      <a:pt x="605885" y="23114"/>
                      <a:pt x="605885" y="51625"/>
                    </a:cubicBezTo>
                    <a:lnTo>
                      <a:pt x="605885" y="763524"/>
                    </a:lnTo>
                    <a:cubicBezTo>
                      <a:pt x="605885" y="792036"/>
                      <a:pt x="582771" y="815150"/>
                      <a:pt x="554260" y="815150"/>
                    </a:cubicBezTo>
                    <a:lnTo>
                      <a:pt x="51625" y="815150"/>
                    </a:lnTo>
                    <a:cubicBezTo>
                      <a:pt x="23113" y="815150"/>
                      <a:pt x="0" y="792036"/>
                      <a:pt x="0" y="763524"/>
                    </a:cubicBezTo>
                    <a:lnTo>
                      <a:pt x="0" y="51625"/>
                    </a:lnTo>
                    <a:cubicBezTo>
                      <a:pt x="0" y="23114"/>
                      <a:pt x="23113" y="0"/>
                      <a:pt x="5162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2" name="Google Shape;212;p11"/>
            <p:cNvGrpSpPr/>
            <p:nvPr/>
          </p:nvGrpSpPr>
          <p:grpSpPr>
            <a:xfrm>
              <a:off x="6717319" y="354723"/>
              <a:ext cx="656533" cy="799751"/>
              <a:chOff x="9097899" y="793051"/>
              <a:chExt cx="780287" cy="950500"/>
            </a:xfrm>
          </p:grpSpPr>
          <p:grpSp>
            <p:nvGrpSpPr>
              <p:cNvPr id="213" name="Google Shape;213;p11"/>
              <p:cNvGrpSpPr/>
              <p:nvPr/>
            </p:nvGrpSpPr>
            <p:grpSpPr>
              <a:xfrm>
                <a:off x="9118758" y="814006"/>
                <a:ext cx="747999" cy="918020"/>
                <a:chOff x="9118758" y="814006"/>
                <a:chExt cx="747999" cy="918020"/>
              </a:xfrm>
            </p:grpSpPr>
            <p:sp>
              <p:nvSpPr>
                <p:cNvPr id="214" name="Google Shape;214;p11"/>
                <p:cNvSpPr/>
                <p:nvPr/>
              </p:nvSpPr>
              <p:spPr>
                <a:xfrm>
                  <a:off x="9131522" y="1722501"/>
                  <a:ext cx="700277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0277" h="9525" extrusionOk="0">
                      <a:moveTo>
                        <a:pt x="700278" y="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chemeClr val="dk1"/>
                </a:solidFill>
                <a:ln w="12750" cap="rnd" cmpd="sng">
                  <a:solidFill>
                    <a:schemeClr val="dk1"/>
                  </a:solidFill>
                  <a:prstDash val="dashDot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5" name="Google Shape;215;p11"/>
                <p:cNvSpPr/>
                <p:nvPr/>
              </p:nvSpPr>
              <p:spPr>
                <a:xfrm>
                  <a:off x="9118758" y="826579"/>
                  <a:ext cx="9525" cy="8706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870680" extrusionOk="0">
                      <a:moveTo>
                        <a:pt x="0" y="87068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chemeClr val="dk1"/>
                </a:solidFill>
                <a:ln w="12750" cap="rnd" cmpd="sng">
                  <a:solidFill>
                    <a:schemeClr val="dk1"/>
                  </a:solidFill>
                  <a:prstDash val="dashDot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6" name="Google Shape;216;p11"/>
                <p:cNvSpPr/>
                <p:nvPr/>
              </p:nvSpPr>
              <p:spPr>
                <a:xfrm>
                  <a:off x="9144285" y="814006"/>
                  <a:ext cx="700277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0277" h="9525" extrusionOk="0">
                      <a:moveTo>
                        <a:pt x="0" y="0"/>
                      </a:moveTo>
                      <a:lnTo>
                        <a:pt x="700278" y="0"/>
                      </a:lnTo>
                    </a:path>
                  </a:pathLst>
                </a:custGeom>
                <a:solidFill>
                  <a:schemeClr val="dk1"/>
                </a:solidFill>
                <a:ln w="12750" cap="rnd" cmpd="sng">
                  <a:solidFill>
                    <a:schemeClr val="dk1"/>
                  </a:solidFill>
                  <a:prstDash val="dashDot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7" name="Google Shape;217;p11"/>
                <p:cNvSpPr/>
                <p:nvPr/>
              </p:nvSpPr>
              <p:spPr>
                <a:xfrm>
                  <a:off x="9857232" y="839247"/>
                  <a:ext cx="9525" cy="8706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870680" extrusionOk="0">
                      <a:moveTo>
                        <a:pt x="0" y="0"/>
                      </a:moveTo>
                      <a:lnTo>
                        <a:pt x="0" y="870680"/>
                      </a:lnTo>
                    </a:path>
                  </a:pathLst>
                </a:custGeom>
                <a:solidFill>
                  <a:schemeClr val="dk1"/>
                </a:solidFill>
                <a:ln w="12750" cap="rnd" cmpd="sng">
                  <a:solidFill>
                    <a:schemeClr val="dk1"/>
                  </a:solidFill>
                  <a:prstDash val="dashDot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18" name="Google Shape;218;p11"/>
              <p:cNvGrpSpPr/>
              <p:nvPr/>
            </p:nvGrpSpPr>
            <p:grpSpPr>
              <a:xfrm>
                <a:off x="9097899" y="793051"/>
                <a:ext cx="780287" cy="950500"/>
                <a:chOff x="9097899" y="793051"/>
                <a:chExt cx="780287" cy="950500"/>
              </a:xfrm>
            </p:grpSpPr>
            <p:grpSp>
              <p:nvGrpSpPr>
                <p:cNvPr id="219" name="Google Shape;219;p11"/>
                <p:cNvGrpSpPr/>
                <p:nvPr/>
              </p:nvGrpSpPr>
              <p:grpSpPr>
                <a:xfrm>
                  <a:off x="9097899" y="793051"/>
                  <a:ext cx="780287" cy="41909"/>
                  <a:chOff x="9097899" y="793051"/>
                  <a:chExt cx="780287" cy="41909"/>
                </a:xfrm>
              </p:grpSpPr>
              <p:sp>
                <p:nvSpPr>
                  <p:cNvPr id="220" name="Google Shape;220;p11"/>
                  <p:cNvSpPr/>
                  <p:nvPr/>
                </p:nvSpPr>
                <p:spPr>
                  <a:xfrm>
                    <a:off x="9097899" y="793051"/>
                    <a:ext cx="41909" cy="4190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09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1" name="Google Shape;221;p11"/>
                  <p:cNvSpPr/>
                  <p:nvPr/>
                </p:nvSpPr>
                <p:spPr>
                  <a:xfrm>
                    <a:off x="9467088" y="793051"/>
                    <a:ext cx="41909" cy="4190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09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2" name="Google Shape;222;p11"/>
                  <p:cNvSpPr/>
                  <p:nvPr/>
                </p:nvSpPr>
                <p:spPr>
                  <a:xfrm>
                    <a:off x="9836277" y="793051"/>
                    <a:ext cx="41909" cy="4190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09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23" name="Google Shape;223;p11"/>
                <p:cNvGrpSpPr/>
                <p:nvPr/>
              </p:nvGrpSpPr>
              <p:grpSpPr>
                <a:xfrm>
                  <a:off x="9097899" y="1247298"/>
                  <a:ext cx="780287" cy="41910"/>
                  <a:chOff x="9097899" y="1247298"/>
                  <a:chExt cx="780287" cy="41910"/>
                </a:xfrm>
              </p:grpSpPr>
              <p:sp>
                <p:nvSpPr>
                  <p:cNvPr id="224" name="Google Shape;224;p11"/>
                  <p:cNvSpPr/>
                  <p:nvPr/>
                </p:nvSpPr>
                <p:spPr>
                  <a:xfrm>
                    <a:off x="9097899" y="1247298"/>
                    <a:ext cx="41909" cy="419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10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5" name="Google Shape;225;p11"/>
                  <p:cNvSpPr/>
                  <p:nvPr/>
                </p:nvSpPr>
                <p:spPr>
                  <a:xfrm>
                    <a:off x="9836277" y="1247298"/>
                    <a:ext cx="41909" cy="419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10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26" name="Google Shape;226;p11"/>
                <p:cNvGrpSpPr/>
                <p:nvPr/>
              </p:nvGrpSpPr>
              <p:grpSpPr>
                <a:xfrm>
                  <a:off x="9097899" y="1701641"/>
                  <a:ext cx="780287" cy="41910"/>
                  <a:chOff x="9097899" y="1701641"/>
                  <a:chExt cx="780287" cy="41910"/>
                </a:xfrm>
              </p:grpSpPr>
              <p:sp>
                <p:nvSpPr>
                  <p:cNvPr id="227" name="Google Shape;227;p11"/>
                  <p:cNvSpPr/>
                  <p:nvPr/>
                </p:nvSpPr>
                <p:spPr>
                  <a:xfrm>
                    <a:off x="9097899" y="1701641"/>
                    <a:ext cx="41909" cy="419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10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8" name="Google Shape;228;p11"/>
                  <p:cNvSpPr/>
                  <p:nvPr/>
                </p:nvSpPr>
                <p:spPr>
                  <a:xfrm>
                    <a:off x="9467088" y="1701641"/>
                    <a:ext cx="41909" cy="419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10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9" name="Google Shape;229;p11"/>
                  <p:cNvSpPr/>
                  <p:nvPr/>
                </p:nvSpPr>
                <p:spPr>
                  <a:xfrm>
                    <a:off x="9836277" y="1701641"/>
                    <a:ext cx="41909" cy="419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10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id="230" name="Google Shape;230;p11"/>
            <p:cNvGrpSpPr/>
            <p:nvPr/>
          </p:nvGrpSpPr>
          <p:grpSpPr>
            <a:xfrm>
              <a:off x="7074117" y="956519"/>
              <a:ext cx="215826" cy="125825"/>
              <a:chOff x="9521952" y="1508283"/>
              <a:chExt cx="256508" cy="149542"/>
            </a:xfrm>
          </p:grpSpPr>
          <p:sp>
            <p:nvSpPr>
              <p:cNvPr id="231" name="Google Shape;231;p11"/>
              <p:cNvSpPr/>
              <p:nvPr/>
            </p:nvSpPr>
            <p:spPr>
              <a:xfrm>
                <a:off x="9521952" y="1508283"/>
                <a:ext cx="256508" cy="149542"/>
              </a:xfrm>
              <a:custGeom>
                <a:avLst/>
                <a:gdLst/>
                <a:ahLst/>
                <a:cxnLst/>
                <a:rect l="l" t="t" r="r" b="b"/>
                <a:pathLst>
                  <a:path w="256508" h="149542" extrusionOk="0">
                    <a:moveTo>
                      <a:pt x="218694" y="0"/>
                    </a:moveTo>
                    <a:cubicBezTo>
                      <a:pt x="239578" y="0"/>
                      <a:pt x="256508" y="16930"/>
                      <a:pt x="256508" y="37814"/>
                    </a:cubicBezTo>
                    <a:lnTo>
                      <a:pt x="256508" y="111728"/>
                    </a:lnTo>
                    <a:cubicBezTo>
                      <a:pt x="256508" y="132612"/>
                      <a:pt x="239578" y="149543"/>
                      <a:pt x="218694" y="149543"/>
                    </a:cubicBezTo>
                    <a:lnTo>
                      <a:pt x="37814" y="149543"/>
                    </a:lnTo>
                    <a:cubicBezTo>
                      <a:pt x="16930" y="149543"/>
                      <a:pt x="1" y="132612"/>
                      <a:pt x="1" y="111728"/>
                    </a:cubicBezTo>
                    <a:lnTo>
                      <a:pt x="1" y="37814"/>
                    </a:lnTo>
                    <a:cubicBezTo>
                      <a:pt x="1" y="16930"/>
                      <a:pt x="16930" y="0"/>
                      <a:pt x="3781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32" name="Google Shape;232;p11"/>
              <p:cNvGrpSpPr/>
              <p:nvPr/>
            </p:nvGrpSpPr>
            <p:grpSpPr>
              <a:xfrm>
                <a:off x="9556578" y="1534618"/>
                <a:ext cx="183763" cy="98921"/>
                <a:chOff x="9556578" y="1534618"/>
                <a:chExt cx="183763" cy="98921"/>
              </a:xfrm>
            </p:grpSpPr>
            <p:grpSp>
              <p:nvGrpSpPr>
                <p:cNvPr id="233" name="Google Shape;233;p11"/>
                <p:cNvGrpSpPr/>
                <p:nvPr/>
              </p:nvGrpSpPr>
              <p:grpSpPr>
                <a:xfrm>
                  <a:off x="9645396" y="1536115"/>
                  <a:ext cx="94945" cy="94946"/>
                  <a:chOff x="9645396" y="1536115"/>
                  <a:chExt cx="94945" cy="94946"/>
                </a:xfrm>
              </p:grpSpPr>
              <p:sp>
                <p:nvSpPr>
                  <p:cNvPr id="234" name="Google Shape;234;p11"/>
                  <p:cNvSpPr/>
                  <p:nvPr/>
                </p:nvSpPr>
                <p:spPr>
                  <a:xfrm>
                    <a:off x="9645396" y="1588389"/>
                    <a:ext cx="42671" cy="4267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671" h="42672" extrusionOk="0">
                        <a:moveTo>
                          <a:pt x="16764" y="31147"/>
                        </a:moveTo>
                        <a:lnTo>
                          <a:pt x="42672" y="5144"/>
                        </a:lnTo>
                        <a:lnTo>
                          <a:pt x="37529" y="0"/>
                        </a:lnTo>
                        <a:lnTo>
                          <a:pt x="11525" y="25908"/>
                        </a:lnTo>
                        <a:lnTo>
                          <a:pt x="6382" y="28765"/>
                        </a:lnTo>
                        <a:lnTo>
                          <a:pt x="0" y="38576"/>
                        </a:lnTo>
                        <a:lnTo>
                          <a:pt x="4096" y="42672"/>
                        </a:lnTo>
                        <a:lnTo>
                          <a:pt x="13906" y="36290"/>
                        </a:lnTo>
                        <a:lnTo>
                          <a:pt x="16764" y="31147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35" name="Google Shape;235;p11"/>
                  <p:cNvSpPr/>
                  <p:nvPr/>
                </p:nvSpPr>
                <p:spPr>
                  <a:xfrm>
                    <a:off x="9674923" y="1536115"/>
                    <a:ext cx="65418" cy="654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418" h="65418" extrusionOk="0">
                        <a:moveTo>
                          <a:pt x="36576" y="54845"/>
                        </a:moveTo>
                        <a:lnTo>
                          <a:pt x="63246" y="28175"/>
                        </a:lnTo>
                        <a:cubicBezTo>
                          <a:pt x="64008" y="27413"/>
                          <a:pt x="64484" y="26461"/>
                          <a:pt x="64770" y="25413"/>
                        </a:cubicBezTo>
                        <a:cubicBezTo>
                          <a:pt x="65627" y="21794"/>
                          <a:pt x="66866" y="13602"/>
                          <a:pt x="59341" y="6077"/>
                        </a:cubicBezTo>
                        <a:cubicBezTo>
                          <a:pt x="51816" y="-1447"/>
                          <a:pt x="43625" y="-209"/>
                          <a:pt x="40005" y="648"/>
                        </a:cubicBezTo>
                        <a:cubicBezTo>
                          <a:pt x="38958" y="934"/>
                          <a:pt x="38005" y="1410"/>
                          <a:pt x="37243" y="2172"/>
                        </a:cubicBezTo>
                        <a:lnTo>
                          <a:pt x="10573" y="28842"/>
                        </a:lnTo>
                        <a:cubicBezTo>
                          <a:pt x="14669" y="32938"/>
                          <a:pt x="14669" y="39701"/>
                          <a:pt x="10573" y="43796"/>
                        </a:cubicBezTo>
                        <a:lnTo>
                          <a:pt x="8287" y="46082"/>
                        </a:lnTo>
                        <a:lnTo>
                          <a:pt x="4286" y="42082"/>
                        </a:lnTo>
                        <a:lnTo>
                          <a:pt x="0" y="46368"/>
                        </a:lnTo>
                        <a:lnTo>
                          <a:pt x="19050" y="65418"/>
                        </a:lnTo>
                        <a:lnTo>
                          <a:pt x="23336" y="61132"/>
                        </a:lnTo>
                        <a:lnTo>
                          <a:pt x="19336" y="57131"/>
                        </a:lnTo>
                        <a:lnTo>
                          <a:pt x="21622" y="54845"/>
                        </a:lnTo>
                        <a:cubicBezTo>
                          <a:pt x="25718" y="50750"/>
                          <a:pt x="32481" y="50750"/>
                          <a:pt x="36576" y="5484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36" name="Google Shape;236;p11"/>
                <p:cNvGrpSpPr/>
                <p:nvPr/>
              </p:nvGrpSpPr>
              <p:grpSpPr>
                <a:xfrm>
                  <a:off x="9556578" y="1534618"/>
                  <a:ext cx="98773" cy="98921"/>
                  <a:chOff x="9556578" y="1534618"/>
                  <a:chExt cx="98773" cy="98921"/>
                </a:xfrm>
              </p:grpSpPr>
              <p:sp>
                <p:nvSpPr>
                  <p:cNvPr id="237" name="Google Shape;237;p11"/>
                  <p:cNvSpPr/>
                  <p:nvPr/>
                </p:nvSpPr>
                <p:spPr>
                  <a:xfrm>
                    <a:off x="9556578" y="1534618"/>
                    <a:ext cx="98773" cy="9892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8773" h="98921" extrusionOk="0">
                        <a:moveTo>
                          <a:pt x="40717" y="72440"/>
                        </a:moveTo>
                        <a:lnTo>
                          <a:pt x="72244" y="40912"/>
                        </a:lnTo>
                        <a:cubicBezTo>
                          <a:pt x="74149" y="39007"/>
                          <a:pt x="76721" y="38054"/>
                          <a:pt x="79388" y="38054"/>
                        </a:cubicBezTo>
                        <a:cubicBezTo>
                          <a:pt x="84341" y="38150"/>
                          <a:pt x="89389" y="36340"/>
                          <a:pt x="93199" y="32530"/>
                        </a:cubicBezTo>
                        <a:cubicBezTo>
                          <a:pt x="98247" y="27482"/>
                          <a:pt x="99866" y="20243"/>
                          <a:pt x="98057" y="13766"/>
                        </a:cubicBezTo>
                        <a:lnTo>
                          <a:pt x="88722" y="23100"/>
                        </a:lnTo>
                        <a:lnTo>
                          <a:pt x="78435" y="20338"/>
                        </a:lnTo>
                        <a:lnTo>
                          <a:pt x="75673" y="10051"/>
                        </a:lnTo>
                        <a:lnTo>
                          <a:pt x="85007" y="716"/>
                        </a:lnTo>
                        <a:cubicBezTo>
                          <a:pt x="78626" y="-1093"/>
                          <a:pt x="71482" y="526"/>
                          <a:pt x="66434" y="5574"/>
                        </a:cubicBezTo>
                        <a:cubicBezTo>
                          <a:pt x="62624" y="9384"/>
                          <a:pt x="60814" y="14432"/>
                          <a:pt x="60909" y="19385"/>
                        </a:cubicBezTo>
                        <a:cubicBezTo>
                          <a:pt x="60909" y="22052"/>
                          <a:pt x="59957" y="24624"/>
                          <a:pt x="58052" y="26529"/>
                        </a:cubicBezTo>
                        <a:lnTo>
                          <a:pt x="26524" y="58057"/>
                        </a:lnTo>
                        <a:cubicBezTo>
                          <a:pt x="24619" y="59962"/>
                          <a:pt x="22047" y="60914"/>
                          <a:pt x="19380" y="60914"/>
                        </a:cubicBezTo>
                        <a:cubicBezTo>
                          <a:pt x="14427" y="60819"/>
                          <a:pt x="9379" y="62629"/>
                          <a:pt x="5569" y="66439"/>
                        </a:cubicBezTo>
                        <a:cubicBezTo>
                          <a:pt x="-2146" y="74154"/>
                          <a:pt x="-1861" y="86918"/>
                          <a:pt x="6522" y="94252"/>
                        </a:cubicBezTo>
                        <a:cubicBezTo>
                          <a:pt x="13761" y="100634"/>
                          <a:pt x="24905" y="100443"/>
                          <a:pt x="32048" y="93871"/>
                        </a:cubicBezTo>
                        <a:cubicBezTo>
                          <a:pt x="36239" y="89966"/>
                          <a:pt x="38240" y="84632"/>
                          <a:pt x="38145" y="79393"/>
                        </a:cubicBezTo>
                        <a:cubicBezTo>
                          <a:pt x="38145" y="76821"/>
                          <a:pt x="39097" y="74249"/>
                          <a:pt x="41002" y="72440"/>
                        </a:cubicBezTo>
                        <a:close/>
                        <a:moveTo>
                          <a:pt x="16618" y="87965"/>
                        </a:moveTo>
                        <a:lnTo>
                          <a:pt x="10713" y="82060"/>
                        </a:lnTo>
                        <a:lnTo>
                          <a:pt x="12903" y="73964"/>
                        </a:lnTo>
                        <a:lnTo>
                          <a:pt x="21000" y="71773"/>
                        </a:lnTo>
                        <a:lnTo>
                          <a:pt x="26905" y="77678"/>
                        </a:lnTo>
                        <a:lnTo>
                          <a:pt x="24714" y="85775"/>
                        </a:lnTo>
                        <a:lnTo>
                          <a:pt x="16618" y="8796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38" name="Google Shape;238;p11"/>
                  <p:cNvSpPr/>
                  <p:nvPr/>
                </p:nvSpPr>
                <p:spPr>
                  <a:xfrm>
                    <a:off x="9597270" y="1577125"/>
                    <a:ext cx="15573" cy="155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573" h="15573" extrusionOk="0">
                        <a:moveTo>
                          <a:pt x="786" y="14883"/>
                        </a:moveTo>
                        <a:lnTo>
                          <a:pt x="786" y="14883"/>
                        </a:lnTo>
                        <a:cubicBezTo>
                          <a:pt x="-262" y="13835"/>
                          <a:pt x="-262" y="12025"/>
                          <a:pt x="786" y="10882"/>
                        </a:cubicBezTo>
                        <a:lnTo>
                          <a:pt x="10882" y="786"/>
                        </a:lnTo>
                        <a:cubicBezTo>
                          <a:pt x="11930" y="-262"/>
                          <a:pt x="13740" y="-262"/>
                          <a:pt x="14788" y="786"/>
                        </a:cubicBezTo>
                        <a:lnTo>
                          <a:pt x="14788" y="786"/>
                        </a:lnTo>
                        <a:cubicBezTo>
                          <a:pt x="15835" y="1834"/>
                          <a:pt x="15835" y="3643"/>
                          <a:pt x="14788" y="4691"/>
                        </a:cubicBezTo>
                        <a:lnTo>
                          <a:pt x="4691" y="14788"/>
                        </a:lnTo>
                        <a:cubicBezTo>
                          <a:pt x="3643" y="15835"/>
                          <a:pt x="1834" y="15835"/>
                          <a:pt x="690" y="14788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</p:spTree>
    <p:extLst>
      <p:ext uri="{BB962C8B-B14F-4D97-AF65-F5344CB8AC3E}">
        <p14:creationId xmlns:p14="http://schemas.microsoft.com/office/powerpoint/2010/main" val="40420354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56153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3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242" name="Google Shape;242;p13"/>
          <p:cNvSpPr txBox="1">
            <a:spLocks noGrp="1"/>
          </p:cNvSpPr>
          <p:nvPr>
            <p:ph type="title" idx="2" hasCustomPrompt="1"/>
          </p:nvPr>
        </p:nvSpPr>
        <p:spPr>
          <a:xfrm>
            <a:off x="1467967" y="1604497"/>
            <a:ext cx="979600" cy="763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243" name="Google Shape;243;p13"/>
          <p:cNvSpPr txBox="1">
            <a:spLocks noGrp="1"/>
          </p:cNvSpPr>
          <p:nvPr>
            <p:ph type="title" idx="3" hasCustomPrompt="1"/>
          </p:nvPr>
        </p:nvSpPr>
        <p:spPr>
          <a:xfrm>
            <a:off x="1467967" y="3718937"/>
            <a:ext cx="979600" cy="763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244" name="Google Shape;244;p13"/>
          <p:cNvSpPr txBox="1">
            <a:spLocks noGrp="1"/>
          </p:cNvSpPr>
          <p:nvPr>
            <p:ph type="title" idx="4" hasCustomPrompt="1"/>
          </p:nvPr>
        </p:nvSpPr>
        <p:spPr>
          <a:xfrm>
            <a:off x="4559000" y="1604497"/>
            <a:ext cx="979600" cy="763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245" name="Google Shape;245;p13"/>
          <p:cNvSpPr txBox="1">
            <a:spLocks noGrp="1"/>
          </p:cNvSpPr>
          <p:nvPr>
            <p:ph type="title" idx="5" hasCustomPrompt="1"/>
          </p:nvPr>
        </p:nvSpPr>
        <p:spPr>
          <a:xfrm>
            <a:off x="4559000" y="3718937"/>
            <a:ext cx="979600" cy="763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246" name="Google Shape;246;p13"/>
          <p:cNvSpPr txBox="1">
            <a:spLocks noGrp="1"/>
          </p:cNvSpPr>
          <p:nvPr>
            <p:ph type="title" idx="6" hasCustomPrompt="1"/>
          </p:nvPr>
        </p:nvSpPr>
        <p:spPr>
          <a:xfrm>
            <a:off x="7650033" y="1604497"/>
            <a:ext cx="979600" cy="763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247" name="Google Shape;247;p13"/>
          <p:cNvSpPr txBox="1">
            <a:spLocks noGrp="1"/>
          </p:cNvSpPr>
          <p:nvPr>
            <p:ph type="title" idx="7" hasCustomPrompt="1"/>
          </p:nvPr>
        </p:nvSpPr>
        <p:spPr>
          <a:xfrm>
            <a:off x="7650033" y="3718937"/>
            <a:ext cx="979600" cy="763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248" name="Google Shape;248;p13"/>
          <p:cNvSpPr txBox="1">
            <a:spLocks noGrp="1"/>
          </p:cNvSpPr>
          <p:nvPr>
            <p:ph type="subTitle" idx="1"/>
          </p:nvPr>
        </p:nvSpPr>
        <p:spPr>
          <a:xfrm>
            <a:off x="1467967" y="2549967"/>
            <a:ext cx="3074000" cy="100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49" name="Google Shape;249;p13"/>
          <p:cNvSpPr txBox="1">
            <a:spLocks noGrp="1"/>
          </p:cNvSpPr>
          <p:nvPr>
            <p:ph type="subTitle" idx="8"/>
          </p:nvPr>
        </p:nvSpPr>
        <p:spPr>
          <a:xfrm>
            <a:off x="4559000" y="2549967"/>
            <a:ext cx="3074000" cy="100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50" name="Google Shape;250;p13"/>
          <p:cNvSpPr txBox="1">
            <a:spLocks noGrp="1"/>
          </p:cNvSpPr>
          <p:nvPr>
            <p:ph type="subTitle" idx="9"/>
          </p:nvPr>
        </p:nvSpPr>
        <p:spPr>
          <a:xfrm>
            <a:off x="7650033" y="2549967"/>
            <a:ext cx="3074000" cy="100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51" name="Google Shape;251;p13"/>
          <p:cNvSpPr txBox="1">
            <a:spLocks noGrp="1"/>
          </p:cNvSpPr>
          <p:nvPr>
            <p:ph type="subTitle" idx="13"/>
          </p:nvPr>
        </p:nvSpPr>
        <p:spPr>
          <a:xfrm>
            <a:off x="1467967" y="4664467"/>
            <a:ext cx="3074000" cy="100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52" name="Google Shape;252;p13"/>
          <p:cNvSpPr txBox="1">
            <a:spLocks noGrp="1"/>
          </p:cNvSpPr>
          <p:nvPr>
            <p:ph type="subTitle" idx="14"/>
          </p:nvPr>
        </p:nvSpPr>
        <p:spPr>
          <a:xfrm>
            <a:off x="4559000" y="4664467"/>
            <a:ext cx="3074000" cy="100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53" name="Google Shape;253;p13"/>
          <p:cNvSpPr txBox="1">
            <a:spLocks noGrp="1"/>
          </p:cNvSpPr>
          <p:nvPr>
            <p:ph type="subTitle" idx="15"/>
          </p:nvPr>
        </p:nvSpPr>
        <p:spPr>
          <a:xfrm>
            <a:off x="7650033" y="4664467"/>
            <a:ext cx="3074000" cy="100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54" name="Google Shape;254;p13"/>
          <p:cNvSpPr/>
          <p:nvPr/>
        </p:nvSpPr>
        <p:spPr>
          <a:xfrm rot="8819869" flipH="1">
            <a:off x="9380704" y="5244836"/>
            <a:ext cx="4211291" cy="3346189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55" name="Google Shape;255;p13"/>
          <p:cNvSpPr/>
          <p:nvPr/>
        </p:nvSpPr>
        <p:spPr>
          <a:xfrm rot="-3657034" flipH="1">
            <a:off x="-1781691" y="-1145245"/>
            <a:ext cx="3661360" cy="2562260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56" name="Google Shape;256;p13"/>
          <p:cNvGrpSpPr/>
          <p:nvPr/>
        </p:nvGrpSpPr>
        <p:grpSpPr>
          <a:xfrm>
            <a:off x="10819960" y="355785"/>
            <a:ext cx="1106656" cy="1001184"/>
            <a:chOff x="8114596" y="445039"/>
            <a:chExt cx="633002" cy="572716"/>
          </a:xfrm>
        </p:grpSpPr>
        <p:grpSp>
          <p:nvGrpSpPr>
            <p:cNvPr id="257" name="Google Shape;257;p13"/>
            <p:cNvGrpSpPr/>
            <p:nvPr/>
          </p:nvGrpSpPr>
          <p:grpSpPr>
            <a:xfrm>
              <a:off x="8114596" y="445039"/>
              <a:ext cx="633002" cy="572716"/>
              <a:chOff x="7189660" y="520827"/>
              <a:chExt cx="598074" cy="541115"/>
            </a:xfrm>
          </p:grpSpPr>
          <p:sp>
            <p:nvSpPr>
              <p:cNvPr id="258" name="Google Shape;258;p13"/>
              <p:cNvSpPr/>
              <p:nvPr/>
            </p:nvSpPr>
            <p:spPr>
              <a:xfrm>
                <a:off x="7189660" y="520827"/>
                <a:ext cx="598074" cy="541115"/>
              </a:xfrm>
              <a:custGeom>
                <a:avLst/>
                <a:gdLst/>
                <a:ahLst/>
                <a:cxnLst/>
                <a:rect l="l" t="t" r="r" b="b"/>
                <a:pathLst>
                  <a:path w="598074" h="541115" extrusionOk="0">
                    <a:moveTo>
                      <a:pt x="557022" y="0"/>
                    </a:moveTo>
                    <a:cubicBezTo>
                      <a:pt x="579695" y="0"/>
                      <a:pt x="598075" y="18380"/>
                      <a:pt x="598075" y="41053"/>
                    </a:cubicBezTo>
                    <a:lnTo>
                      <a:pt x="598075" y="500063"/>
                    </a:lnTo>
                    <a:cubicBezTo>
                      <a:pt x="598075" y="522735"/>
                      <a:pt x="579695" y="541115"/>
                      <a:pt x="557022" y="541115"/>
                    </a:cubicBezTo>
                    <a:lnTo>
                      <a:pt x="41053" y="541115"/>
                    </a:lnTo>
                    <a:cubicBezTo>
                      <a:pt x="18380" y="541115"/>
                      <a:pt x="0" y="522735"/>
                      <a:pt x="0" y="500063"/>
                    </a:cubicBezTo>
                    <a:lnTo>
                      <a:pt x="0" y="41053"/>
                    </a:lnTo>
                    <a:cubicBezTo>
                      <a:pt x="0" y="18380"/>
                      <a:pt x="18380" y="0"/>
                      <a:pt x="410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59" name="Google Shape;259;p13"/>
              <p:cNvGrpSpPr/>
              <p:nvPr/>
            </p:nvGrpSpPr>
            <p:grpSpPr>
              <a:xfrm>
                <a:off x="7579137" y="551973"/>
                <a:ext cx="164782" cy="41529"/>
                <a:chOff x="7579137" y="551973"/>
                <a:chExt cx="164782" cy="41529"/>
              </a:xfrm>
            </p:grpSpPr>
            <p:sp>
              <p:nvSpPr>
                <p:cNvPr id="260" name="Google Shape;260;p13"/>
                <p:cNvSpPr/>
                <p:nvPr/>
              </p:nvSpPr>
              <p:spPr>
                <a:xfrm>
                  <a:off x="7702391" y="551973"/>
                  <a:ext cx="41528" cy="41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28" h="41529" extrusionOk="0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1" name="Google Shape;261;p13"/>
                <p:cNvSpPr/>
                <p:nvPr/>
              </p:nvSpPr>
              <p:spPr>
                <a:xfrm>
                  <a:off x="7640764" y="551973"/>
                  <a:ext cx="41528" cy="41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28" h="41529" extrusionOk="0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2" name="Google Shape;262;p13"/>
                <p:cNvSpPr/>
                <p:nvPr/>
              </p:nvSpPr>
              <p:spPr>
                <a:xfrm>
                  <a:off x="7579137" y="551973"/>
                  <a:ext cx="41528" cy="41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28" h="41529" extrusionOk="0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63" name="Google Shape;263;p13"/>
            <p:cNvGrpSpPr/>
            <p:nvPr/>
          </p:nvGrpSpPr>
          <p:grpSpPr>
            <a:xfrm>
              <a:off x="8184962" y="619646"/>
              <a:ext cx="498115" cy="257273"/>
              <a:chOff x="7256144" y="685800"/>
              <a:chExt cx="470630" cy="243077"/>
            </a:xfrm>
          </p:grpSpPr>
          <p:sp>
            <p:nvSpPr>
              <p:cNvPr id="264" name="Google Shape;264;p13"/>
              <p:cNvSpPr/>
              <p:nvPr/>
            </p:nvSpPr>
            <p:spPr>
              <a:xfrm>
                <a:off x="7256144" y="694753"/>
                <a:ext cx="218503" cy="218217"/>
              </a:xfrm>
              <a:custGeom>
                <a:avLst/>
                <a:gdLst/>
                <a:ahLst/>
                <a:cxnLst/>
                <a:rect l="l" t="t" r="r" b="b"/>
                <a:pathLst>
                  <a:path w="218503" h="218217" extrusionOk="0">
                    <a:moveTo>
                      <a:pt x="216598" y="129540"/>
                    </a:moveTo>
                    <a:cubicBezTo>
                      <a:pt x="217837" y="122968"/>
                      <a:pt x="218504" y="116110"/>
                      <a:pt x="218504" y="109156"/>
                    </a:cubicBezTo>
                    <a:cubicBezTo>
                      <a:pt x="218504" y="102203"/>
                      <a:pt x="217837" y="95440"/>
                      <a:pt x="216598" y="88773"/>
                    </a:cubicBezTo>
                    <a:lnTo>
                      <a:pt x="181261" y="88773"/>
                    </a:lnTo>
                    <a:cubicBezTo>
                      <a:pt x="179641" y="83058"/>
                      <a:pt x="177451" y="77724"/>
                      <a:pt x="174593" y="72676"/>
                    </a:cubicBezTo>
                    <a:lnTo>
                      <a:pt x="199549" y="47720"/>
                    </a:lnTo>
                    <a:cubicBezTo>
                      <a:pt x="191834" y="36385"/>
                      <a:pt x="182118" y="26670"/>
                      <a:pt x="170783" y="18955"/>
                    </a:cubicBezTo>
                    <a:lnTo>
                      <a:pt x="145732" y="44005"/>
                    </a:lnTo>
                    <a:cubicBezTo>
                      <a:pt x="140684" y="41148"/>
                      <a:pt x="135255" y="38957"/>
                      <a:pt x="129635" y="37338"/>
                    </a:cubicBezTo>
                    <a:lnTo>
                      <a:pt x="129635" y="1905"/>
                    </a:lnTo>
                    <a:cubicBezTo>
                      <a:pt x="123063" y="667"/>
                      <a:pt x="116205" y="0"/>
                      <a:pt x="109252" y="0"/>
                    </a:cubicBezTo>
                    <a:cubicBezTo>
                      <a:pt x="102298" y="0"/>
                      <a:pt x="95536" y="667"/>
                      <a:pt x="88868" y="1905"/>
                    </a:cubicBezTo>
                    <a:lnTo>
                      <a:pt x="88868" y="37338"/>
                    </a:lnTo>
                    <a:cubicBezTo>
                      <a:pt x="83154" y="38957"/>
                      <a:pt x="77819" y="41148"/>
                      <a:pt x="72771" y="44005"/>
                    </a:cubicBezTo>
                    <a:lnTo>
                      <a:pt x="47720" y="18955"/>
                    </a:lnTo>
                    <a:cubicBezTo>
                      <a:pt x="36386" y="26670"/>
                      <a:pt x="26670" y="36481"/>
                      <a:pt x="18955" y="47720"/>
                    </a:cubicBezTo>
                    <a:lnTo>
                      <a:pt x="43910" y="72676"/>
                    </a:lnTo>
                    <a:cubicBezTo>
                      <a:pt x="41053" y="77724"/>
                      <a:pt x="38862" y="83153"/>
                      <a:pt x="37243" y="88773"/>
                    </a:cubicBezTo>
                    <a:lnTo>
                      <a:pt x="1905" y="88773"/>
                    </a:lnTo>
                    <a:cubicBezTo>
                      <a:pt x="667" y="95345"/>
                      <a:pt x="0" y="102203"/>
                      <a:pt x="0" y="109156"/>
                    </a:cubicBezTo>
                    <a:cubicBezTo>
                      <a:pt x="0" y="116110"/>
                      <a:pt x="667" y="122873"/>
                      <a:pt x="1905" y="129540"/>
                    </a:cubicBezTo>
                    <a:lnTo>
                      <a:pt x="37243" y="129540"/>
                    </a:lnTo>
                    <a:cubicBezTo>
                      <a:pt x="38862" y="135255"/>
                      <a:pt x="41053" y="140589"/>
                      <a:pt x="43910" y="145637"/>
                    </a:cubicBezTo>
                    <a:lnTo>
                      <a:pt x="18955" y="170593"/>
                    </a:lnTo>
                    <a:cubicBezTo>
                      <a:pt x="26670" y="181928"/>
                      <a:pt x="36386" y="191643"/>
                      <a:pt x="47720" y="199358"/>
                    </a:cubicBezTo>
                    <a:lnTo>
                      <a:pt x="72771" y="174308"/>
                    </a:lnTo>
                    <a:cubicBezTo>
                      <a:pt x="77819" y="177165"/>
                      <a:pt x="83248" y="179356"/>
                      <a:pt x="88868" y="180975"/>
                    </a:cubicBezTo>
                    <a:lnTo>
                      <a:pt x="88868" y="216313"/>
                    </a:lnTo>
                    <a:cubicBezTo>
                      <a:pt x="95441" y="217551"/>
                      <a:pt x="102298" y="218218"/>
                      <a:pt x="109252" y="218218"/>
                    </a:cubicBezTo>
                    <a:cubicBezTo>
                      <a:pt x="116205" y="218218"/>
                      <a:pt x="122968" y="217551"/>
                      <a:pt x="129635" y="216313"/>
                    </a:cubicBezTo>
                    <a:lnTo>
                      <a:pt x="129635" y="180975"/>
                    </a:lnTo>
                    <a:cubicBezTo>
                      <a:pt x="135350" y="179356"/>
                      <a:pt x="140684" y="177070"/>
                      <a:pt x="145732" y="174308"/>
                    </a:cubicBezTo>
                    <a:lnTo>
                      <a:pt x="170783" y="199358"/>
                    </a:lnTo>
                    <a:cubicBezTo>
                      <a:pt x="182118" y="191643"/>
                      <a:pt x="191834" y="181928"/>
                      <a:pt x="199549" y="170593"/>
                    </a:cubicBezTo>
                    <a:lnTo>
                      <a:pt x="174593" y="145542"/>
                    </a:lnTo>
                    <a:cubicBezTo>
                      <a:pt x="177451" y="140494"/>
                      <a:pt x="179641" y="135064"/>
                      <a:pt x="181261" y="129445"/>
                    </a:cubicBezTo>
                    <a:lnTo>
                      <a:pt x="216598" y="129445"/>
                    </a:lnTo>
                    <a:close/>
                    <a:moveTo>
                      <a:pt x="109252" y="131255"/>
                    </a:moveTo>
                    <a:cubicBezTo>
                      <a:pt x="97060" y="131255"/>
                      <a:pt x="87249" y="121349"/>
                      <a:pt x="87249" y="109252"/>
                    </a:cubicBezTo>
                    <a:cubicBezTo>
                      <a:pt x="87249" y="97155"/>
                      <a:pt x="97155" y="87249"/>
                      <a:pt x="109252" y="87249"/>
                    </a:cubicBezTo>
                    <a:cubicBezTo>
                      <a:pt x="121348" y="87249"/>
                      <a:pt x="131255" y="97155"/>
                      <a:pt x="131255" y="109252"/>
                    </a:cubicBezTo>
                    <a:cubicBezTo>
                      <a:pt x="131255" y="121349"/>
                      <a:pt x="121348" y="131255"/>
                      <a:pt x="109252" y="13125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65" name="Google Shape;265;p13"/>
              <p:cNvGrpSpPr/>
              <p:nvPr/>
            </p:nvGrpSpPr>
            <p:grpSpPr>
              <a:xfrm>
                <a:off x="7512843" y="685800"/>
                <a:ext cx="213931" cy="243077"/>
                <a:chOff x="7512843" y="685800"/>
                <a:chExt cx="213931" cy="243077"/>
              </a:xfrm>
            </p:grpSpPr>
            <p:grpSp>
              <p:nvGrpSpPr>
                <p:cNvPr id="266" name="Google Shape;266;p13"/>
                <p:cNvGrpSpPr/>
                <p:nvPr/>
              </p:nvGrpSpPr>
              <p:grpSpPr>
                <a:xfrm>
                  <a:off x="7512843" y="836580"/>
                  <a:ext cx="213931" cy="92297"/>
                  <a:chOff x="7512843" y="836580"/>
                  <a:chExt cx="213931" cy="92297"/>
                </a:xfrm>
              </p:grpSpPr>
              <p:sp>
                <p:nvSpPr>
                  <p:cNvPr id="267" name="Google Shape;267;p13"/>
                  <p:cNvSpPr/>
                  <p:nvPr/>
                </p:nvSpPr>
                <p:spPr>
                  <a:xfrm>
                    <a:off x="7512843" y="856011"/>
                    <a:ext cx="213931" cy="728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72866" extrusionOk="0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8" name="Google Shape;268;p13"/>
                  <p:cNvSpPr/>
                  <p:nvPr/>
                </p:nvSpPr>
                <p:spPr>
                  <a:xfrm>
                    <a:off x="7512843" y="836580"/>
                    <a:ext cx="213931" cy="388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38861" extrusionOk="0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69" name="Google Shape;269;p13"/>
                <p:cNvGrpSpPr/>
                <p:nvPr/>
              </p:nvGrpSpPr>
              <p:grpSpPr>
                <a:xfrm>
                  <a:off x="7512843" y="761238"/>
                  <a:ext cx="213931" cy="92296"/>
                  <a:chOff x="7512843" y="761238"/>
                  <a:chExt cx="213931" cy="92296"/>
                </a:xfrm>
              </p:grpSpPr>
              <p:sp>
                <p:nvSpPr>
                  <p:cNvPr id="270" name="Google Shape;270;p13"/>
                  <p:cNvSpPr/>
                  <p:nvPr/>
                </p:nvSpPr>
                <p:spPr>
                  <a:xfrm>
                    <a:off x="7512843" y="780668"/>
                    <a:ext cx="213931" cy="728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72866" extrusionOk="0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71" name="Google Shape;271;p13"/>
                  <p:cNvSpPr/>
                  <p:nvPr/>
                </p:nvSpPr>
                <p:spPr>
                  <a:xfrm>
                    <a:off x="7512843" y="761238"/>
                    <a:ext cx="213931" cy="388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38861" extrusionOk="0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72" name="Google Shape;272;p13"/>
                <p:cNvGrpSpPr/>
                <p:nvPr/>
              </p:nvGrpSpPr>
              <p:grpSpPr>
                <a:xfrm>
                  <a:off x="7512843" y="685800"/>
                  <a:ext cx="213931" cy="92297"/>
                  <a:chOff x="7512843" y="685800"/>
                  <a:chExt cx="213931" cy="92297"/>
                </a:xfrm>
              </p:grpSpPr>
              <p:sp>
                <p:nvSpPr>
                  <p:cNvPr id="273" name="Google Shape;273;p13"/>
                  <p:cNvSpPr/>
                  <p:nvPr/>
                </p:nvSpPr>
                <p:spPr>
                  <a:xfrm>
                    <a:off x="7512843" y="705231"/>
                    <a:ext cx="213931" cy="728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72866" extrusionOk="0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8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8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74" name="Google Shape;274;p13"/>
                  <p:cNvSpPr/>
                  <p:nvPr/>
                </p:nvSpPr>
                <p:spPr>
                  <a:xfrm>
                    <a:off x="7512843" y="685800"/>
                    <a:ext cx="213931" cy="388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38861" extrusionOk="0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  <p:sp>
        <p:nvSpPr>
          <p:cNvPr id="275" name="Google Shape;275;p13"/>
          <p:cNvSpPr/>
          <p:nvPr/>
        </p:nvSpPr>
        <p:spPr>
          <a:xfrm>
            <a:off x="83777" y="6438055"/>
            <a:ext cx="978727" cy="60357"/>
          </a:xfrm>
          <a:custGeom>
            <a:avLst/>
            <a:gdLst/>
            <a:ahLst/>
            <a:cxnLst/>
            <a:rect l="l" t="t" r="r" b="b"/>
            <a:pathLst>
              <a:path w="824770" h="50863" extrusionOk="0">
                <a:moveTo>
                  <a:pt x="799338" y="50863"/>
                </a:moveTo>
                <a:lnTo>
                  <a:pt x="25432" y="50863"/>
                </a:lnTo>
                <a:cubicBezTo>
                  <a:pt x="11430" y="50863"/>
                  <a:pt x="0" y="39433"/>
                  <a:pt x="0" y="25432"/>
                </a:cubicBezTo>
                <a:lnTo>
                  <a:pt x="0" y="25432"/>
                </a:lnTo>
                <a:cubicBezTo>
                  <a:pt x="0" y="11430"/>
                  <a:pt x="11430" y="0"/>
                  <a:pt x="25432" y="0"/>
                </a:cubicBezTo>
                <a:lnTo>
                  <a:pt x="799338" y="0"/>
                </a:lnTo>
                <a:cubicBezTo>
                  <a:pt x="813339" y="0"/>
                  <a:pt x="824770" y="11430"/>
                  <a:pt x="824770" y="25432"/>
                </a:cubicBezTo>
                <a:lnTo>
                  <a:pt x="824770" y="25432"/>
                </a:lnTo>
                <a:cubicBezTo>
                  <a:pt x="824770" y="39433"/>
                  <a:pt x="813339" y="50863"/>
                  <a:pt x="799338" y="50863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76" name="Google Shape;276;p13"/>
          <p:cNvGrpSpPr/>
          <p:nvPr/>
        </p:nvGrpSpPr>
        <p:grpSpPr>
          <a:xfrm>
            <a:off x="137861" y="5188249"/>
            <a:ext cx="891711" cy="1279663"/>
            <a:chOff x="10519314" y="4728596"/>
            <a:chExt cx="751780" cy="1078731"/>
          </a:xfrm>
        </p:grpSpPr>
        <p:grpSp>
          <p:nvGrpSpPr>
            <p:cNvPr id="277" name="Google Shape;277;p13"/>
            <p:cNvGrpSpPr/>
            <p:nvPr/>
          </p:nvGrpSpPr>
          <p:grpSpPr>
            <a:xfrm>
              <a:off x="10519314" y="4728596"/>
              <a:ext cx="626662" cy="1078731"/>
              <a:chOff x="10519314" y="4728596"/>
              <a:chExt cx="626662" cy="1078731"/>
            </a:xfrm>
          </p:grpSpPr>
          <p:grpSp>
            <p:nvGrpSpPr>
              <p:cNvPr id="278" name="Google Shape;278;p13"/>
              <p:cNvGrpSpPr/>
              <p:nvPr/>
            </p:nvGrpSpPr>
            <p:grpSpPr>
              <a:xfrm>
                <a:off x="10903220" y="4888205"/>
                <a:ext cx="242756" cy="919122"/>
                <a:chOff x="10903220" y="4888205"/>
                <a:chExt cx="242756" cy="919122"/>
              </a:xfrm>
            </p:grpSpPr>
            <p:sp>
              <p:nvSpPr>
                <p:cNvPr id="279" name="Google Shape;279;p13"/>
                <p:cNvSpPr/>
                <p:nvPr/>
              </p:nvSpPr>
              <p:spPr>
                <a:xfrm rot="-447735">
                  <a:off x="10961814" y="4892503"/>
                  <a:ext cx="125567" cy="9105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444" h="909637" extrusionOk="0">
                      <a:moveTo>
                        <a:pt x="0" y="0"/>
                      </a:moveTo>
                      <a:lnTo>
                        <a:pt x="125445" y="0"/>
                      </a:lnTo>
                      <a:lnTo>
                        <a:pt x="125445" y="909637"/>
                      </a:lnTo>
                      <a:lnTo>
                        <a:pt x="0" y="909637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0" name="Google Shape;280;p13"/>
                <p:cNvSpPr/>
                <p:nvPr/>
              </p:nvSpPr>
              <p:spPr>
                <a:xfrm>
                  <a:off x="10952422" y="4933194"/>
                  <a:ext cx="42088" cy="420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088" h="42088" extrusionOk="0">
                      <a:moveTo>
                        <a:pt x="41904" y="18282"/>
                      </a:moveTo>
                      <a:cubicBezTo>
                        <a:pt x="43428" y="29807"/>
                        <a:pt x="35331" y="40380"/>
                        <a:pt x="23806" y="41904"/>
                      </a:cubicBezTo>
                      <a:cubicBezTo>
                        <a:pt x="12281" y="43428"/>
                        <a:pt x="1709" y="35332"/>
                        <a:pt x="184" y="23806"/>
                      </a:cubicBezTo>
                      <a:cubicBezTo>
                        <a:pt x="-1340" y="12281"/>
                        <a:pt x="6756" y="1708"/>
                        <a:pt x="18282" y="184"/>
                      </a:cubicBezTo>
                      <a:cubicBezTo>
                        <a:pt x="29807" y="-1340"/>
                        <a:pt x="40380" y="6757"/>
                        <a:pt x="41904" y="1828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1" name="Google Shape;281;p13"/>
                <p:cNvSpPr/>
                <p:nvPr/>
              </p:nvSpPr>
              <p:spPr>
                <a:xfrm>
                  <a:off x="10961186" y="5000250"/>
                  <a:ext cx="42087" cy="420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087" h="42087" extrusionOk="0">
                      <a:moveTo>
                        <a:pt x="41904" y="18282"/>
                      </a:moveTo>
                      <a:cubicBezTo>
                        <a:pt x="43427" y="29807"/>
                        <a:pt x="35331" y="40380"/>
                        <a:pt x="23806" y="41904"/>
                      </a:cubicBezTo>
                      <a:cubicBezTo>
                        <a:pt x="12280" y="43428"/>
                        <a:pt x="1708" y="35332"/>
                        <a:pt x="184" y="23806"/>
                      </a:cubicBezTo>
                      <a:cubicBezTo>
                        <a:pt x="-1340" y="12281"/>
                        <a:pt x="6756" y="1708"/>
                        <a:pt x="18281" y="184"/>
                      </a:cubicBezTo>
                      <a:cubicBezTo>
                        <a:pt x="29807" y="-1340"/>
                        <a:pt x="40380" y="6757"/>
                        <a:pt x="41904" y="1828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82" name="Google Shape;282;p13"/>
                <p:cNvGrpSpPr/>
                <p:nvPr/>
              </p:nvGrpSpPr>
              <p:grpSpPr>
                <a:xfrm>
                  <a:off x="11014221" y="5588618"/>
                  <a:ext cx="100021" cy="114784"/>
                  <a:chOff x="11014221" y="5588618"/>
                  <a:chExt cx="100021" cy="114784"/>
                </a:xfrm>
              </p:grpSpPr>
              <p:sp>
                <p:nvSpPr>
                  <p:cNvPr id="283" name="Google Shape;283;p13"/>
                  <p:cNvSpPr/>
                  <p:nvPr/>
                </p:nvSpPr>
                <p:spPr>
                  <a:xfrm rot="-447735">
                    <a:off x="11014826" y="5594269"/>
                    <a:ext cx="88001" cy="15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7915" h="15049" extrusionOk="0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49"/>
                        </a:lnTo>
                        <a:lnTo>
                          <a:pt x="0" y="15049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84" name="Google Shape;284;p13"/>
                  <p:cNvSpPr/>
                  <p:nvPr/>
                </p:nvSpPr>
                <p:spPr>
                  <a:xfrm rot="-447735">
                    <a:off x="11018646" y="5623150"/>
                    <a:ext cx="88001" cy="15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7915" h="15049" extrusionOk="0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85" name="Google Shape;285;p13"/>
                  <p:cNvSpPr/>
                  <p:nvPr/>
                </p:nvSpPr>
                <p:spPr>
                  <a:xfrm rot="-447735">
                    <a:off x="11021820" y="5653805"/>
                    <a:ext cx="88001" cy="15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7915" h="15049" extrusionOk="0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86" name="Google Shape;286;p13"/>
                  <p:cNvSpPr/>
                  <p:nvPr/>
                </p:nvSpPr>
                <p:spPr>
                  <a:xfrm rot="-447735">
                    <a:off x="11025635" y="5682688"/>
                    <a:ext cx="88001" cy="15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7915" h="15049" extrusionOk="0">
                        <a:moveTo>
                          <a:pt x="0" y="0"/>
                        </a:moveTo>
                        <a:lnTo>
                          <a:pt x="87915" y="0"/>
                        </a:lnTo>
                        <a:lnTo>
                          <a:pt x="87915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287" name="Google Shape;287;p13"/>
              <p:cNvGrpSpPr/>
              <p:nvPr/>
            </p:nvGrpSpPr>
            <p:grpSpPr>
              <a:xfrm>
                <a:off x="10718623" y="4728596"/>
                <a:ext cx="229169" cy="1075979"/>
                <a:chOff x="10718623" y="4728596"/>
                <a:chExt cx="229169" cy="1075979"/>
              </a:xfrm>
            </p:grpSpPr>
            <p:sp>
              <p:nvSpPr>
                <p:cNvPr id="288" name="Google Shape;288;p13"/>
                <p:cNvSpPr/>
                <p:nvPr/>
              </p:nvSpPr>
              <p:spPr>
                <a:xfrm rot="-172174">
                  <a:off x="10745259" y="4732329"/>
                  <a:ext cx="175897" cy="10685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6117" h="1069848" extrusionOk="0">
                      <a:moveTo>
                        <a:pt x="0" y="0"/>
                      </a:moveTo>
                      <a:lnTo>
                        <a:pt x="176117" y="0"/>
                      </a:lnTo>
                      <a:lnTo>
                        <a:pt x="176117" y="1069848"/>
                      </a:lnTo>
                      <a:lnTo>
                        <a:pt x="0" y="1069848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9" name="Google Shape;289;p13"/>
                <p:cNvSpPr/>
                <p:nvPr/>
              </p:nvSpPr>
              <p:spPr>
                <a:xfrm>
                  <a:off x="10787634" y="5182743"/>
                  <a:ext cx="87629" cy="876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629" h="87630" extrusionOk="0">
                      <a:moveTo>
                        <a:pt x="87630" y="43815"/>
                      </a:moveTo>
                      <a:cubicBezTo>
                        <a:pt x="87630" y="68013"/>
                        <a:pt x="68014" y="87630"/>
                        <a:pt x="43815" y="87630"/>
                      </a:cubicBezTo>
                      <a:cubicBezTo>
                        <a:pt x="19617" y="87630"/>
                        <a:pt x="1" y="68014"/>
                        <a:pt x="1" y="43815"/>
                      </a:cubicBezTo>
                      <a:cubicBezTo>
                        <a:pt x="1" y="19617"/>
                        <a:pt x="19617" y="0"/>
                        <a:pt x="43815" y="0"/>
                      </a:cubicBezTo>
                      <a:cubicBezTo>
                        <a:pt x="68014" y="0"/>
                        <a:pt x="87630" y="19616"/>
                        <a:pt x="87630" y="4381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90" name="Google Shape;290;p13"/>
                <p:cNvGrpSpPr/>
                <p:nvPr/>
              </p:nvGrpSpPr>
              <p:grpSpPr>
                <a:xfrm>
                  <a:off x="10765015" y="5040134"/>
                  <a:ext cx="116314" cy="49775"/>
                  <a:chOff x="10765015" y="5040134"/>
                  <a:chExt cx="116314" cy="49775"/>
                </a:xfrm>
              </p:grpSpPr>
              <p:sp>
                <p:nvSpPr>
                  <p:cNvPr id="291" name="Google Shape;291;p13"/>
                  <p:cNvSpPr/>
                  <p:nvPr/>
                </p:nvSpPr>
                <p:spPr>
                  <a:xfrm rot="-172174">
                    <a:off x="10765318" y="5042987"/>
                    <a:ext cx="114347" cy="149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490" h="14954" extrusionOk="0">
                        <a:moveTo>
                          <a:pt x="0" y="0"/>
                        </a:moveTo>
                        <a:lnTo>
                          <a:pt x="114490" y="0"/>
                        </a:lnTo>
                        <a:lnTo>
                          <a:pt x="114490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92" name="Google Shape;292;p13"/>
                  <p:cNvSpPr/>
                  <p:nvPr/>
                </p:nvSpPr>
                <p:spPr>
                  <a:xfrm rot="-172174">
                    <a:off x="10766681" y="5072121"/>
                    <a:ext cx="114347" cy="149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490" h="14954" extrusionOk="0">
                        <a:moveTo>
                          <a:pt x="0" y="0"/>
                        </a:moveTo>
                        <a:lnTo>
                          <a:pt x="114491" y="0"/>
                        </a:lnTo>
                        <a:lnTo>
                          <a:pt x="114491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93" name="Google Shape;293;p13"/>
                <p:cNvGrpSpPr/>
                <p:nvPr/>
              </p:nvGrpSpPr>
              <p:grpSpPr>
                <a:xfrm>
                  <a:off x="10784825" y="5436314"/>
                  <a:ext cx="116414" cy="49961"/>
                  <a:chOff x="10784825" y="5436314"/>
                  <a:chExt cx="116414" cy="49961"/>
                </a:xfrm>
              </p:grpSpPr>
              <p:sp>
                <p:nvSpPr>
                  <p:cNvPr id="294" name="Google Shape;294;p13"/>
                  <p:cNvSpPr/>
                  <p:nvPr/>
                </p:nvSpPr>
                <p:spPr>
                  <a:xfrm rot="-172174">
                    <a:off x="10785128" y="5439167"/>
                    <a:ext cx="114347" cy="149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490" h="14954" extrusionOk="0">
                        <a:moveTo>
                          <a:pt x="0" y="0"/>
                        </a:moveTo>
                        <a:lnTo>
                          <a:pt x="114491" y="0"/>
                        </a:lnTo>
                        <a:lnTo>
                          <a:pt x="114491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95" name="Google Shape;295;p13"/>
                  <p:cNvSpPr/>
                  <p:nvPr/>
                </p:nvSpPr>
                <p:spPr>
                  <a:xfrm rot="-172174">
                    <a:off x="10786591" y="5468487"/>
                    <a:ext cx="114347" cy="149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490" h="14954" extrusionOk="0">
                        <a:moveTo>
                          <a:pt x="0" y="0"/>
                        </a:moveTo>
                        <a:lnTo>
                          <a:pt x="114490" y="0"/>
                        </a:lnTo>
                        <a:lnTo>
                          <a:pt x="114490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296" name="Google Shape;296;p13"/>
              <p:cNvGrpSpPr/>
              <p:nvPr/>
            </p:nvGrpSpPr>
            <p:grpSpPr>
              <a:xfrm>
                <a:off x="10519314" y="4813458"/>
                <a:ext cx="202120" cy="992123"/>
                <a:chOff x="10519314" y="4813458"/>
                <a:chExt cx="202120" cy="992123"/>
              </a:xfrm>
            </p:grpSpPr>
            <p:sp>
              <p:nvSpPr>
                <p:cNvPr id="297" name="Google Shape;297;p13"/>
                <p:cNvSpPr/>
                <p:nvPr/>
              </p:nvSpPr>
              <p:spPr>
                <a:xfrm>
                  <a:off x="10519314" y="4813458"/>
                  <a:ext cx="202120" cy="9921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120" h="992123" extrusionOk="0">
                      <a:moveTo>
                        <a:pt x="0" y="0"/>
                      </a:moveTo>
                      <a:lnTo>
                        <a:pt x="202120" y="0"/>
                      </a:lnTo>
                      <a:lnTo>
                        <a:pt x="202120" y="992124"/>
                      </a:lnTo>
                      <a:lnTo>
                        <a:pt x="0" y="992124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8" name="Google Shape;298;p13"/>
                <p:cNvSpPr/>
                <p:nvPr/>
              </p:nvSpPr>
              <p:spPr>
                <a:xfrm>
                  <a:off x="10558843" y="4891468"/>
                  <a:ext cx="123063" cy="1230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063" h="123062" extrusionOk="0">
                      <a:moveTo>
                        <a:pt x="123063" y="61532"/>
                      </a:moveTo>
                      <a:cubicBezTo>
                        <a:pt x="123063" y="95514"/>
                        <a:pt x="95514" y="123063"/>
                        <a:pt x="61531" y="123063"/>
                      </a:cubicBezTo>
                      <a:cubicBezTo>
                        <a:pt x="27548" y="123063"/>
                        <a:pt x="-1" y="95514"/>
                        <a:pt x="-1" y="61532"/>
                      </a:cubicBezTo>
                      <a:cubicBezTo>
                        <a:pt x="-1" y="27549"/>
                        <a:pt x="27548" y="0"/>
                        <a:pt x="61531" y="0"/>
                      </a:cubicBezTo>
                      <a:cubicBezTo>
                        <a:pt x="95514" y="0"/>
                        <a:pt x="123063" y="27549"/>
                        <a:pt x="123063" y="6153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99" name="Google Shape;299;p13"/>
                <p:cNvGrpSpPr/>
                <p:nvPr/>
              </p:nvGrpSpPr>
              <p:grpSpPr>
                <a:xfrm>
                  <a:off x="10556176" y="5465730"/>
                  <a:ext cx="128397" cy="44196"/>
                  <a:chOff x="10556176" y="5465730"/>
                  <a:chExt cx="128397" cy="44196"/>
                </a:xfrm>
              </p:grpSpPr>
              <p:sp>
                <p:nvSpPr>
                  <p:cNvPr id="300" name="Google Shape;300;p13"/>
                  <p:cNvSpPr/>
                  <p:nvPr/>
                </p:nvSpPr>
                <p:spPr>
                  <a:xfrm>
                    <a:off x="10556176" y="5465730"/>
                    <a:ext cx="128397" cy="149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8397" h="14954" extrusionOk="0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1" name="Google Shape;301;p13"/>
                  <p:cNvSpPr/>
                  <p:nvPr/>
                </p:nvSpPr>
                <p:spPr>
                  <a:xfrm>
                    <a:off x="10556176" y="5494972"/>
                    <a:ext cx="128397" cy="149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8397" h="14954" extrusionOk="0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02" name="Google Shape;302;p13"/>
                <p:cNvGrpSpPr/>
                <p:nvPr/>
              </p:nvGrpSpPr>
              <p:grpSpPr>
                <a:xfrm>
                  <a:off x="10556176" y="5689187"/>
                  <a:ext cx="128397" cy="44196"/>
                  <a:chOff x="10556176" y="5689187"/>
                  <a:chExt cx="128397" cy="44196"/>
                </a:xfrm>
              </p:grpSpPr>
              <p:sp>
                <p:nvSpPr>
                  <p:cNvPr id="303" name="Google Shape;303;p13"/>
                  <p:cNvSpPr/>
                  <p:nvPr/>
                </p:nvSpPr>
                <p:spPr>
                  <a:xfrm>
                    <a:off x="10556176" y="5689187"/>
                    <a:ext cx="128397" cy="149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8397" h="14954" extrusionOk="0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4" name="Google Shape;304;p13"/>
                  <p:cNvSpPr/>
                  <p:nvPr/>
                </p:nvSpPr>
                <p:spPr>
                  <a:xfrm>
                    <a:off x="10556176" y="5718429"/>
                    <a:ext cx="128397" cy="149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8397" h="14954" extrusionOk="0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id="305" name="Google Shape;305;p13"/>
            <p:cNvGrpSpPr/>
            <p:nvPr/>
          </p:nvGrpSpPr>
          <p:grpSpPr>
            <a:xfrm>
              <a:off x="11058042" y="5088325"/>
              <a:ext cx="213052" cy="717953"/>
              <a:chOff x="11058042" y="5088325"/>
              <a:chExt cx="213052" cy="717953"/>
            </a:xfrm>
          </p:grpSpPr>
          <p:sp>
            <p:nvSpPr>
              <p:cNvPr id="306" name="Google Shape;306;p13"/>
              <p:cNvSpPr/>
              <p:nvPr/>
            </p:nvSpPr>
            <p:spPr>
              <a:xfrm rot="-631368">
                <a:off x="11122592" y="5089982"/>
                <a:ext cx="83952" cy="714640"/>
              </a:xfrm>
              <a:custGeom>
                <a:avLst/>
                <a:gdLst/>
                <a:ahLst/>
                <a:cxnLst/>
                <a:rect l="l" t="t" r="r" b="b"/>
                <a:pathLst>
                  <a:path w="84010" h="715136" extrusionOk="0">
                    <a:moveTo>
                      <a:pt x="0" y="0"/>
                    </a:moveTo>
                    <a:lnTo>
                      <a:pt x="84010" y="0"/>
                    </a:lnTo>
                    <a:lnTo>
                      <a:pt x="84010" y="715137"/>
                    </a:lnTo>
                    <a:lnTo>
                      <a:pt x="0" y="715137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7" name="Google Shape;307;p13"/>
              <p:cNvSpPr/>
              <p:nvPr/>
            </p:nvSpPr>
            <p:spPr>
              <a:xfrm rot="-631368">
                <a:off x="11154645" y="5271518"/>
                <a:ext cx="25985" cy="411004"/>
              </a:xfrm>
              <a:custGeom>
                <a:avLst/>
                <a:gdLst/>
                <a:ahLst/>
                <a:cxnLst/>
                <a:rect l="l" t="t" r="r" b="b"/>
                <a:pathLst>
                  <a:path w="26003" h="411289" extrusionOk="0">
                    <a:moveTo>
                      <a:pt x="0" y="0"/>
                    </a:moveTo>
                    <a:lnTo>
                      <a:pt x="26003" y="0"/>
                    </a:lnTo>
                    <a:lnTo>
                      <a:pt x="26003" y="411289"/>
                    </a:lnTo>
                    <a:lnTo>
                      <a:pt x="0" y="411289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08" name="Google Shape;308;p13"/>
          <p:cNvGrpSpPr/>
          <p:nvPr/>
        </p:nvGrpSpPr>
        <p:grpSpPr>
          <a:xfrm>
            <a:off x="200902" y="3764657"/>
            <a:ext cx="688156" cy="1038960"/>
            <a:chOff x="10572463" y="3528536"/>
            <a:chExt cx="580168" cy="875823"/>
          </a:xfrm>
        </p:grpSpPr>
        <p:grpSp>
          <p:nvGrpSpPr>
            <p:cNvPr id="309" name="Google Shape;309;p13"/>
            <p:cNvGrpSpPr/>
            <p:nvPr/>
          </p:nvGrpSpPr>
          <p:grpSpPr>
            <a:xfrm>
              <a:off x="10713815" y="3528536"/>
              <a:ext cx="438816" cy="746664"/>
              <a:chOff x="10713815" y="3528536"/>
              <a:chExt cx="438816" cy="746664"/>
            </a:xfrm>
          </p:grpSpPr>
          <p:sp>
            <p:nvSpPr>
              <p:cNvPr id="310" name="Google Shape;310;p13"/>
              <p:cNvSpPr/>
              <p:nvPr/>
            </p:nvSpPr>
            <p:spPr>
              <a:xfrm>
                <a:off x="10713815" y="3528536"/>
                <a:ext cx="438816" cy="746664"/>
              </a:xfrm>
              <a:custGeom>
                <a:avLst/>
                <a:gdLst/>
                <a:ahLst/>
                <a:cxnLst/>
                <a:rect l="l" t="t" r="r" b="b"/>
                <a:pathLst>
                  <a:path w="438816" h="746664" extrusionOk="0">
                    <a:moveTo>
                      <a:pt x="438721" y="746569"/>
                    </a:moveTo>
                    <a:lnTo>
                      <a:pt x="0" y="746569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1" y="68580"/>
                      <a:pt x="438816" y="112585"/>
                    </a:cubicBezTo>
                    <a:lnTo>
                      <a:pt x="438816" y="746665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11" name="Google Shape;311;p13"/>
              <p:cNvGrpSpPr/>
              <p:nvPr/>
            </p:nvGrpSpPr>
            <p:grpSpPr>
              <a:xfrm>
                <a:off x="10776489" y="3625310"/>
                <a:ext cx="313848" cy="288226"/>
                <a:chOff x="10776489" y="3625310"/>
                <a:chExt cx="313848" cy="288226"/>
              </a:xfrm>
            </p:grpSpPr>
            <p:sp>
              <p:nvSpPr>
                <p:cNvPr id="312" name="Google Shape;312;p13"/>
                <p:cNvSpPr/>
                <p:nvPr/>
              </p:nvSpPr>
              <p:spPr>
                <a:xfrm>
                  <a:off x="10776489" y="3625310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3" name="Google Shape;313;p13"/>
                <p:cNvSpPr/>
                <p:nvPr/>
              </p:nvSpPr>
              <p:spPr>
                <a:xfrm>
                  <a:off x="10776489" y="3678650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4" name="Google Shape;314;p13"/>
                <p:cNvSpPr/>
                <p:nvPr/>
              </p:nvSpPr>
              <p:spPr>
                <a:xfrm>
                  <a:off x="10776489" y="3731990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5" name="Google Shape;315;p13"/>
                <p:cNvSpPr/>
                <p:nvPr/>
              </p:nvSpPr>
              <p:spPr>
                <a:xfrm>
                  <a:off x="10776489" y="3785425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6" name="Google Shape;316;p13"/>
                <p:cNvSpPr/>
                <p:nvPr/>
              </p:nvSpPr>
              <p:spPr>
                <a:xfrm>
                  <a:off x="10776489" y="3838765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7" name="Google Shape;317;p13"/>
                <p:cNvSpPr/>
                <p:nvPr/>
              </p:nvSpPr>
              <p:spPr>
                <a:xfrm>
                  <a:off x="10776489" y="3892105"/>
                  <a:ext cx="184689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689" h="21431" extrusionOk="0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18" name="Google Shape;318;p13"/>
              <p:cNvGrpSpPr/>
              <p:nvPr/>
            </p:nvGrpSpPr>
            <p:grpSpPr>
              <a:xfrm>
                <a:off x="10776489" y="3999547"/>
                <a:ext cx="313848" cy="181546"/>
                <a:chOff x="10776489" y="3999547"/>
                <a:chExt cx="313848" cy="181546"/>
              </a:xfrm>
            </p:grpSpPr>
            <p:sp>
              <p:nvSpPr>
                <p:cNvPr id="319" name="Google Shape;319;p13"/>
                <p:cNvSpPr/>
                <p:nvPr/>
              </p:nvSpPr>
              <p:spPr>
                <a:xfrm>
                  <a:off x="10776489" y="3999547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0" name="Google Shape;320;p13"/>
                <p:cNvSpPr/>
                <p:nvPr/>
              </p:nvSpPr>
              <p:spPr>
                <a:xfrm>
                  <a:off x="10776489" y="4052887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1" name="Google Shape;321;p13"/>
                <p:cNvSpPr/>
                <p:nvPr/>
              </p:nvSpPr>
              <p:spPr>
                <a:xfrm>
                  <a:off x="10776489" y="4106322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2" name="Google Shape;322;p13"/>
                <p:cNvSpPr/>
                <p:nvPr/>
              </p:nvSpPr>
              <p:spPr>
                <a:xfrm>
                  <a:off x="10776489" y="4159662"/>
                  <a:ext cx="184689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689" h="21431" extrusionOk="0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23" name="Google Shape;323;p13"/>
              <p:cNvSpPr/>
              <p:nvPr/>
            </p:nvSpPr>
            <p:spPr>
              <a:xfrm>
                <a:off x="11039951" y="3528536"/>
                <a:ext cx="112584" cy="112585"/>
              </a:xfrm>
              <a:custGeom>
                <a:avLst/>
                <a:gdLst/>
                <a:ahLst/>
                <a:cxnLst/>
                <a:rect l="l" t="t" r="r" b="b"/>
                <a:pathLst>
                  <a:path w="112584" h="112585" extrusionOk="0">
                    <a:moveTo>
                      <a:pt x="112585" y="112585"/>
                    </a:moveTo>
                    <a:lnTo>
                      <a:pt x="0" y="112585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0" y="68580"/>
                      <a:pt x="112585" y="112585"/>
                    </a:cubicBezTo>
                    <a:lnTo>
                      <a:pt x="112585" y="11258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24" name="Google Shape;324;p13"/>
            <p:cNvGrpSpPr/>
            <p:nvPr/>
          </p:nvGrpSpPr>
          <p:grpSpPr>
            <a:xfrm>
              <a:off x="10572463" y="3657790"/>
              <a:ext cx="438817" cy="746569"/>
              <a:chOff x="10572463" y="3657790"/>
              <a:chExt cx="438817" cy="746569"/>
            </a:xfrm>
          </p:grpSpPr>
          <p:sp>
            <p:nvSpPr>
              <p:cNvPr id="325" name="Google Shape;325;p13"/>
              <p:cNvSpPr/>
              <p:nvPr/>
            </p:nvSpPr>
            <p:spPr>
              <a:xfrm>
                <a:off x="10572463" y="3657790"/>
                <a:ext cx="438817" cy="746569"/>
              </a:xfrm>
              <a:custGeom>
                <a:avLst/>
                <a:gdLst/>
                <a:ahLst/>
                <a:cxnLst/>
                <a:rect l="l" t="t" r="r" b="b"/>
                <a:pathLst>
                  <a:path w="438817" h="746569" extrusionOk="0">
                    <a:moveTo>
                      <a:pt x="438722" y="746570"/>
                    </a:moveTo>
                    <a:lnTo>
                      <a:pt x="0" y="746570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2" y="68580"/>
                      <a:pt x="438817" y="112586"/>
                    </a:cubicBezTo>
                    <a:lnTo>
                      <a:pt x="438817" y="74657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26" name="Google Shape;326;p13"/>
              <p:cNvGrpSpPr/>
              <p:nvPr/>
            </p:nvGrpSpPr>
            <p:grpSpPr>
              <a:xfrm>
                <a:off x="10635138" y="3754469"/>
                <a:ext cx="313848" cy="288321"/>
                <a:chOff x="10635138" y="3754469"/>
                <a:chExt cx="313848" cy="288321"/>
              </a:xfrm>
            </p:grpSpPr>
            <p:sp>
              <p:nvSpPr>
                <p:cNvPr id="327" name="Google Shape;327;p13"/>
                <p:cNvSpPr/>
                <p:nvPr/>
              </p:nvSpPr>
              <p:spPr>
                <a:xfrm>
                  <a:off x="10635138" y="3754469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8" name="Google Shape;328;p13"/>
                <p:cNvSpPr/>
                <p:nvPr/>
              </p:nvSpPr>
              <p:spPr>
                <a:xfrm>
                  <a:off x="10635138" y="3807904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9" name="Google Shape;329;p13"/>
                <p:cNvSpPr/>
                <p:nvPr/>
              </p:nvSpPr>
              <p:spPr>
                <a:xfrm>
                  <a:off x="10635138" y="3861244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0" name="Google Shape;330;p13"/>
                <p:cNvSpPr/>
                <p:nvPr/>
              </p:nvSpPr>
              <p:spPr>
                <a:xfrm>
                  <a:off x="10635138" y="3914584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1" name="Google Shape;331;p13"/>
                <p:cNvSpPr/>
                <p:nvPr/>
              </p:nvSpPr>
              <p:spPr>
                <a:xfrm>
                  <a:off x="10635138" y="3968019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2" name="Google Shape;332;p13"/>
                <p:cNvSpPr/>
                <p:nvPr/>
              </p:nvSpPr>
              <p:spPr>
                <a:xfrm>
                  <a:off x="10635138" y="4021359"/>
                  <a:ext cx="184689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689" h="21431" extrusionOk="0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33" name="Google Shape;333;p13"/>
              <p:cNvGrpSpPr/>
              <p:nvPr/>
            </p:nvGrpSpPr>
            <p:grpSpPr>
              <a:xfrm>
                <a:off x="10635138" y="4128801"/>
                <a:ext cx="313848" cy="181547"/>
                <a:chOff x="10635138" y="4128801"/>
                <a:chExt cx="313848" cy="181547"/>
              </a:xfrm>
            </p:grpSpPr>
            <p:sp>
              <p:nvSpPr>
                <p:cNvPr id="334" name="Google Shape;334;p13"/>
                <p:cNvSpPr/>
                <p:nvPr/>
              </p:nvSpPr>
              <p:spPr>
                <a:xfrm>
                  <a:off x="10635138" y="4128801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5" name="Google Shape;335;p13"/>
                <p:cNvSpPr/>
                <p:nvPr/>
              </p:nvSpPr>
              <p:spPr>
                <a:xfrm>
                  <a:off x="10635138" y="4182141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6" name="Google Shape;336;p13"/>
                <p:cNvSpPr/>
                <p:nvPr/>
              </p:nvSpPr>
              <p:spPr>
                <a:xfrm>
                  <a:off x="10635138" y="4235481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7" name="Google Shape;337;p13"/>
                <p:cNvSpPr/>
                <p:nvPr/>
              </p:nvSpPr>
              <p:spPr>
                <a:xfrm>
                  <a:off x="10635138" y="4288917"/>
                  <a:ext cx="184689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689" h="21431" extrusionOk="0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38" name="Google Shape;338;p13"/>
              <p:cNvSpPr/>
              <p:nvPr/>
            </p:nvSpPr>
            <p:spPr>
              <a:xfrm>
                <a:off x="10898599" y="3657790"/>
                <a:ext cx="112586" cy="112585"/>
              </a:xfrm>
              <a:custGeom>
                <a:avLst/>
                <a:gdLst/>
                <a:ahLst/>
                <a:cxnLst/>
                <a:rect l="l" t="t" r="r" b="b"/>
                <a:pathLst>
                  <a:path w="112586" h="112585" extrusionOk="0">
                    <a:moveTo>
                      <a:pt x="112586" y="112586"/>
                    </a:moveTo>
                    <a:lnTo>
                      <a:pt x="0" y="112586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1" y="68580"/>
                      <a:pt x="112586" y="112586"/>
                    </a:cubicBezTo>
                    <a:lnTo>
                      <a:pt x="112586" y="112586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39" name="Google Shape;339;p13"/>
          <p:cNvGrpSpPr/>
          <p:nvPr/>
        </p:nvGrpSpPr>
        <p:grpSpPr>
          <a:xfrm>
            <a:off x="482447" y="4801358"/>
            <a:ext cx="29373" cy="392645"/>
            <a:chOff x="10809827" y="4402455"/>
            <a:chExt cx="24764" cy="330993"/>
          </a:xfrm>
        </p:grpSpPr>
        <p:sp>
          <p:nvSpPr>
            <p:cNvPr id="340" name="Google Shape;340;p13"/>
            <p:cNvSpPr/>
            <p:nvPr/>
          </p:nvSpPr>
          <p:spPr>
            <a:xfrm>
              <a:off x="10822209" y="4414266"/>
              <a:ext cx="9525" cy="307467"/>
            </a:xfrm>
            <a:custGeom>
              <a:avLst/>
              <a:gdLst/>
              <a:ahLst/>
              <a:cxnLst/>
              <a:rect l="l" t="t" r="r" b="b"/>
              <a:pathLst>
                <a:path w="9525" h="307467" extrusionOk="0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w="10950" cap="flat" cmpd="sng">
              <a:solidFill>
                <a:schemeClr val="accent4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1" name="Google Shape;341;p13"/>
            <p:cNvSpPr/>
            <p:nvPr/>
          </p:nvSpPr>
          <p:spPr>
            <a:xfrm>
              <a:off x="10809827" y="4708683"/>
              <a:ext cx="24764" cy="24765"/>
            </a:xfrm>
            <a:custGeom>
              <a:avLst/>
              <a:gdLst/>
              <a:ahLst/>
              <a:cxnLst/>
              <a:rect l="l" t="t" r="r" b="b"/>
              <a:pathLst>
                <a:path w="24764" h="24765" extrusionOk="0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" name="Google Shape;342;p13"/>
            <p:cNvSpPr/>
            <p:nvPr/>
          </p:nvSpPr>
          <p:spPr>
            <a:xfrm>
              <a:off x="10809827" y="4402455"/>
              <a:ext cx="24764" cy="24764"/>
            </a:xfrm>
            <a:custGeom>
              <a:avLst/>
              <a:gdLst/>
              <a:ahLst/>
              <a:cxnLst/>
              <a:rect l="l" t="t" r="r" b="b"/>
              <a:pathLst>
                <a:path w="24764" h="24764" extrusionOk="0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367985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4"/>
          <p:cNvSpPr txBox="1">
            <a:spLocks noGrp="1"/>
          </p:cNvSpPr>
          <p:nvPr>
            <p:ph type="title"/>
          </p:nvPr>
        </p:nvSpPr>
        <p:spPr>
          <a:xfrm>
            <a:off x="1082633" y="1377200"/>
            <a:ext cx="3739200" cy="134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345" name="Google Shape;345;p14"/>
          <p:cNvSpPr txBox="1">
            <a:spLocks noGrp="1"/>
          </p:cNvSpPr>
          <p:nvPr>
            <p:ph type="subTitle" idx="1"/>
          </p:nvPr>
        </p:nvSpPr>
        <p:spPr>
          <a:xfrm>
            <a:off x="1082633" y="2719600"/>
            <a:ext cx="5726400" cy="27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346" name="Google Shape;346;p14"/>
          <p:cNvSpPr>
            <a:spLocks noGrp="1"/>
          </p:cNvSpPr>
          <p:nvPr>
            <p:ph type="pic" idx="2"/>
          </p:nvPr>
        </p:nvSpPr>
        <p:spPr>
          <a:xfrm>
            <a:off x="7558633" y="1435400"/>
            <a:ext cx="3987200" cy="39872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347" name="Google Shape;347;p14"/>
          <p:cNvSpPr/>
          <p:nvPr/>
        </p:nvSpPr>
        <p:spPr>
          <a:xfrm rot="-2381697">
            <a:off x="-1686827" y="-882126"/>
            <a:ext cx="4128269" cy="2678651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48" name="Google Shape;348;p14"/>
          <p:cNvSpPr/>
          <p:nvPr/>
        </p:nvSpPr>
        <p:spPr>
          <a:xfrm rot="-7296874">
            <a:off x="-980053" y="5642099"/>
            <a:ext cx="2714737" cy="2011819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349" name="Google Shape;349;p14"/>
          <p:cNvGrpSpPr/>
          <p:nvPr/>
        </p:nvGrpSpPr>
        <p:grpSpPr>
          <a:xfrm>
            <a:off x="86755" y="5830726"/>
            <a:ext cx="1170877" cy="872709"/>
            <a:chOff x="1114425" y="4361211"/>
            <a:chExt cx="573023" cy="427101"/>
          </a:xfrm>
        </p:grpSpPr>
        <p:grpSp>
          <p:nvGrpSpPr>
            <p:cNvPr id="350" name="Google Shape;350;p14"/>
            <p:cNvGrpSpPr/>
            <p:nvPr/>
          </p:nvGrpSpPr>
          <p:grpSpPr>
            <a:xfrm>
              <a:off x="1114425" y="4361211"/>
              <a:ext cx="573023" cy="427101"/>
              <a:chOff x="1114425" y="4361211"/>
              <a:chExt cx="573023" cy="427101"/>
            </a:xfrm>
          </p:grpSpPr>
          <p:sp>
            <p:nvSpPr>
              <p:cNvPr id="351" name="Google Shape;351;p14"/>
              <p:cNvSpPr/>
              <p:nvPr/>
            </p:nvSpPr>
            <p:spPr>
              <a:xfrm>
                <a:off x="1241964" y="4361211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715"/>
                    </a:moveTo>
                    <a:lnTo>
                      <a:pt x="173450" y="42005"/>
                    </a:lnTo>
                    <a:cubicBezTo>
                      <a:pt x="178403" y="46958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35363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2" name="Google Shape;352;p14"/>
              <p:cNvSpPr/>
              <p:nvPr/>
            </p:nvSpPr>
            <p:spPr>
              <a:xfrm>
                <a:off x="1178242" y="4425029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42444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3" name="Google Shape;353;p14"/>
              <p:cNvSpPr/>
              <p:nvPr/>
            </p:nvSpPr>
            <p:spPr>
              <a:xfrm>
                <a:off x="1114425" y="4488846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811"/>
                    </a:cubicBezTo>
                    <a:close/>
                  </a:path>
                </a:pathLst>
              </a:custGeom>
              <a:solidFill>
                <a:srgbClr val="6F708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54" name="Google Shape;354;p14"/>
            <p:cNvSpPr/>
            <p:nvPr/>
          </p:nvSpPr>
          <p:spPr>
            <a:xfrm>
              <a:off x="1303210" y="4628965"/>
              <a:ext cx="68735" cy="82063"/>
            </a:xfrm>
            <a:custGeom>
              <a:avLst/>
              <a:gdLst/>
              <a:ahLst/>
              <a:cxnLst/>
              <a:rect l="l" t="t" r="r" b="b"/>
              <a:pathLst>
                <a:path w="68735" h="82063" extrusionOk="0">
                  <a:moveTo>
                    <a:pt x="0" y="6471"/>
                  </a:moveTo>
                  <a:lnTo>
                    <a:pt x="0" y="75527"/>
                  </a:lnTo>
                  <a:cubicBezTo>
                    <a:pt x="0" y="80575"/>
                    <a:pt x="5524" y="83719"/>
                    <a:pt x="9811" y="81147"/>
                  </a:cubicBezTo>
                  <a:lnTo>
                    <a:pt x="65532" y="48095"/>
                  </a:lnTo>
                  <a:cubicBezTo>
                    <a:pt x="69723" y="45619"/>
                    <a:pt x="69818" y="39618"/>
                    <a:pt x="65723" y="37046"/>
                  </a:cubicBezTo>
                  <a:lnTo>
                    <a:pt x="10001" y="1042"/>
                  </a:lnTo>
                  <a:cubicBezTo>
                    <a:pt x="5715" y="-1721"/>
                    <a:pt x="0" y="1327"/>
                    <a:pt x="0" y="647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283756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5"/>
          <p:cNvSpPr txBox="1">
            <a:spLocks noGrp="1"/>
          </p:cNvSpPr>
          <p:nvPr>
            <p:ph type="title"/>
          </p:nvPr>
        </p:nvSpPr>
        <p:spPr>
          <a:xfrm>
            <a:off x="2685133" y="1121433"/>
            <a:ext cx="6821600" cy="185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5333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357" name="Google Shape;357;p15"/>
          <p:cNvSpPr txBox="1">
            <a:spLocks noGrp="1"/>
          </p:cNvSpPr>
          <p:nvPr>
            <p:ph type="subTitle" idx="1"/>
          </p:nvPr>
        </p:nvSpPr>
        <p:spPr>
          <a:xfrm>
            <a:off x="2685133" y="2975367"/>
            <a:ext cx="6821600" cy="27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358" name="Google Shape;358;p15"/>
          <p:cNvSpPr/>
          <p:nvPr/>
        </p:nvSpPr>
        <p:spPr>
          <a:xfrm rot="9076707" flipH="1">
            <a:off x="10630429" y="-782469"/>
            <a:ext cx="2245065" cy="2230416"/>
          </a:xfrm>
          <a:custGeom>
            <a:avLst/>
            <a:gdLst/>
            <a:ahLst/>
            <a:cxnLst/>
            <a:rect l="l" t="t" r="r" b="b"/>
            <a:pathLst>
              <a:path w="38869" h="30330" extrusionOk="0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359" name="Google Shape;359;p15"/>
          <p:cNvGrpSpPr/>
          <p:nvPr/>
        </p:nvGrpSpPr>
        <p:grpSpPr>
          <a:xfrm flipH="1">
            <a:off x="910732" y="6262027"/>
            <a:ext cx="434569" cy="539744"/>
            <a:chOff x="7385113" y="1535430"/>
            <a:chExt cx="435673" cy="541115"/>
          </a:xfrm>
        </p:grpSpPr>
        <p:sp>
          <p:nvSpPr>
            <p:cNvPr id="360" name="Google Shape;360;p15"/>
            <p:cNvSpPr/>
            <p:nvPr/>
          </p:nvSpPr>
          <p:spPr>
            <a:xfrm>
              <a:off x="7385113" y="1535430"/>
              <a:ext cx="435673" cy="541115"/>
            </a:xfrm>
            <a:custGeom>
              <a:avLst/>
              <a:gdLst/>
              <a:ahLst/>
              <a:cxnLst/>
              <a:rect l="l" t="t" r="r" b="b"/>
              <a:pathLst>
                <a:path w="435673" h="541115" extrusionOk="0">
                  <a:moveTo>
                    <a:pt x="394621" y="0"/>
                  </a:moveTo>
                  <a:cubicBezTo>
                    <a:pt x="417294" y="0"/>
                    <a:pt x="435674" y="18380"/>
                    <a:pt x="435674" y="41053"/>
                  </a:cubicBezTo>
                  <a:lnTo>
                    <a:pt x="435674" y="500062"/>
                  </a:lnTo>
                  <a:cubicBezTo>
                    <a:pt x="435674" y="522735"/>
                    <a:pt x="417294" y="541115"/>
                    <a:pt x="394621" y="541115"/>
                  </a:cubicBezTo>
                  <a:lnTo>
                    <a:pt x="41053" y="541115"/>
                  </a:lnTo>
                  <a:cubicBezTo>
                    <a:pt x="18380" y="541115"/>
                    <a:pt x="0" y="522735"/>
                    <a:pt x="0" y="500062"/>
                  </a:cubicBezTo>
                  <a:lnTo>
                    <a:pt x="0" y="41053"/>
                  </a:lnTo>
                  <a:cubicBezTo>
                    <a:pt x="0" y="18380"/>
                    <a:pt x="18380" y="0"/>
                    <a:pt x="4105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61" name="Google Shape;361;p15"/>
            <p:cNvGrpSpPr/>
            <p:nvPr/>
          </p:nvGrpSpPr>
          <p:grpSpPr>
            <a:xfrm>
              <a:off x="7612094" y="1566576"/>
              <a:ext cx="164781" cy="41529"/>
              <a:chOff x="7612094" y="1566576"/>
              <a:chExt cx="164781" cy="41529"/>
            </a:xfrm>
          </p:grpSpPr>
          <p:sp>
            <p:nvSpPr>
              <p:cNvPr id="362" name="Google Shape;362;p15"/>
              <p:cNvSpPr/>
              <p:nvPr/>
            </p:nvSpPr>
            <p:spPr>
              <a:xfrm>
                <a:off x="7735347" y="1566576"/>
                <a:ext cx="41528" cy="41529"/>
              </a:xfrm>
              <a:custGeom>
                <a:avLst/>
                <a:gdLst/>
                <a:ahLst/>
                <a:cxnLst/>
                <a:rect l="l" t="t" r="r" b="b"/>
                <a:pathLst>
                  <a:path w="41528" h="41529" extrusionOk="0">
                    <a:moveTo>
                      <a:pt x="41529" y="20765"/>
                    </a:moveTo>
                    <a:cubicBezTo>
                      <a:pt x="41529" y="32290"/>
                      <a:pt x="32195" y="41529"/>
                      <a:pt x="20764" y="41529"/>
                    </a:cubicBezTo>
                    <a:cubicBezTo>
                      <a:pt x="9335" y="41529"/>
                      <a:pt x="0" y="32194"/>
                      <a:pt x="0" y="20765"/>
                    </a:cubicBezTo>
                    <a:cubicBezTo>
                      <a:pt x="0" y="9334"/>
                      <a:pt x="9335" y="0"/>
                      <a:pt x="20764" y="0"/>
                    </a:cubicBezTo>
                    <a:cubicBezTo>
                      <a:pt x="32195" y="0"/>
                      <a:pt x="41529" y="9334"/>
                      <a:pt x="41529" y="20765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3" name="Google Shape;363;p15"/>
              <p:cNvSpPr/>
              <p:nvPr/>
            </p:nvSpPr>
            <p:spPr>
              <a:xfrm>
                <a:off x="7673721" y="1566576"/>
                <a:ext cx="41528" cy="41529"/>
              </a:xfrm>
              <a:custGeom>
                <a:avLst/>
                <a:gdLst/>
                <a:ahLst/>
                <a:cxnLst/>
                <a:rect l="l" t="t" r="r" b="b"/>
                <a:pathLst>
                  <a:path w="41528" h="41529" extrusionOk="0">
                    <a:moveTo>
                      <a:pt x="41529" y="20765"/>
                    </a:moveTo>
                    <a:cubicBezTo>
                      <a:pt x="41529" y="32290"/>
                      <a:pt x="32195" y="41529"/>
                      <a:pt x="20764" y="41529"/>
                    </a:cubicBezTo>
                    <a:cubicBezTo>
                      <a:pt x="9334" y="41529"/>
                      <a:pt x="0" y="32194"/>
                      <a:pt x="0" y="20765"/>
                    </a:cubicBezTo>
                    <a:cubicBezTo>
                      <a:pt x="0" y="9334"/>
                      <a:pt x="9334" y="0"/>
                      <a:pt x="20764" y="0"/>
                    </a:cubicBezTo>
                    <a:cubicBezTo>
                      <a:pt x="32195" y="0"/>
                      <a:pt x="41529" y="9334"/>
                      <a:pt x="41529" y="2076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4" name="Google Shape;364;p15"/>
              <p:cNvSpPr/>
              <p:nvPr/>
            </p:nvSpPr>
            <p:spPr>
              <a:xfrm>
                <a:off x="7612094" y="1566576"/>
                <a:ext cx="41529" cy="41529"/>
              </a:xfrm>
              <a:custGeom>
                <a:avLst/>
                <a:gdLst/>
                <a:ahLst/>
                <a:cxnLst/>
                <a:rect l="l" t="t" r="r" b="b"/>
                <a:pathLst>
                  <a:path w="41529" h="41529" extrusionOk="0">
                    <a:moveTo>
                      <a:pt x="41529" y="20765"/>
                    </a:moveTo>
                    <a:cubicBezTo>
                      <a:pt x="41529" y="32290"/>
                      <a:pt x="32195" y="41529"/>
                      <a:pt x="20764" y="41529"/>
                    </a:cubicBezTo>
                    <a:cubicBezTo>
                      <a:pt x="9335" y="41529"/>
                      <a:pt x="0" y="32194"/>
                      <a:pt x="0" y="20765"/>
                    </a:cubicBezTo>
                    <a:cubicBezTo>
                      <a:pt x="0" y="9334"/>
                      <a:pt x="9335" y="0"/>
                      <a:pt x="20764" y="0"/>
                    </a:cubicBezTo>
                    <a:cubicBezTo>
                      <a:pt x="32195" y="0"/>
                      <a:pt x="41529" y="9334"/>
                      <a:pt x="41529" y="2076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65" name="Google Shape;365;p15"/>
          <p:cNvGrpSpPr/>
          <p:nvPr/>
        </p:nvGrpSpPr>
        <p:grpSpPr>
          <a:xfrm flipH="1">
            <a:off x="951870" y="6366062"/>
            <a:ext cx="358181" cy="374620"/>
            <a:chOff x="7420451" y="1639728"/>
            <a:chExt cx="359091" cy="375571"/>
          </a:xfrm>
        </p:grpSpPr>
        <p:sp>
          <p:nvSpPr>
            <p:cNvPr id="366" name="Google Shape;366;p15"/>
            <p:cNvSpPr/>
            <p:nvPr/>
          </p:nvSpPr>
          <p:spPr>
            <a:xfrm>
              <a:off x="7420451" y="1852041"/>
              <a:ext cx="357473" cy="163258"/>
            </a:xfrm>
            <a:custGeom>
              <a:avLst/>
              <a:gdLst/>
              <a:ahLst/>
              <a:cxnLst/>
              <a:rect l="l" t="t" r="r" b="b"/>
              <a:pathLst>
                <a:path w="357473" h="163258" extrusionOk="0">
                  <a:moveTo>
                    <a:pt x="40196" y="72962"/>
                  </a:moveTo>
                  <a:lnTo>
                    <a:pt x="0" y="72962"/>
                  </a:lnTo>
                  <a:lnTo>
                    <a:pt x="0" y="90297"/>
                  </a:lnTo>
                  <a:lnTo>
                    <a:pt x="40196" y="90297"/>
                  </a:lnTo>
                  <a:lnTo>
                    <a:pt x="40196" y="72962"/>
                  </a:lnTo>
                  <a:close/>
                  <a:moveTo>
                    <a:pt x="185166" y="126778"/>
                  </a:moveTo>
                  <a:lnTo>
                    <a:pt x="294894" y="126778"/>
                  </a:lnTo>
                  <a:lnTo>
                    <a:pt x="294894" y="109347"/>
                  </a:lnTo>
                  <a:lnTo>
                    <a:pt x="185166" y="109347"/>
                  </a:lnTo>
                  <a:lnTo>
                    <a:pt x="185166" y="126778"/>
                  </a:lnTo>
                  <a:close/>
                  <a:moveTo>
                    <a:pt x="294894" y="0"/>
                  </a:moveTo>
                  <a:lnTo>
                    <a:pt x="38291" y="0"/>
                  </a:lnTo>
                  <a:lnTo>
                    <a:pt x="38291" y="17335"/>
                  </a:lnTo>
                  <a:lnTo>
                    <a:pt x="294894" y="17335"/>
                  </a:lnTo>
                  <a:lnTo>
                    <a:pt x="294894" y="0"/>
                  </a:lnTo>
                  <a:close/>
                  <a:moveTo>
                    <a:pt x="0" y="163259"/>
                  </a:moveTo>
                  <a:lnTo>
                    <a:pt x="99632" y="163259"/>
                  </a:lnTo>
                  <a:lnTo>
                    <a:pt x="99632" y="145828"/>
                  </a:lnTo>
                  <a:lnTo>
                    <a:pt x="0" y="145828"/>
                  </a:lnTo>
                  <a:lnTo>
                    <a:pt x="0" y="163259"/>
                  </a:lnTo>
                  <a:close/>
                  <a:moveTo>
                    <a:pt x="76581" y="36481"/>
                  </a:moveTo>
                  <a:lnTo>
                    <a:pt x="0" y="36481"/>
                  </a:lnTo>
                  <a:lnTo>
                    <a:pt x="0" y="53816"/>
                  </a:lnTo>
                  <a:lnTo>
                    <a:pt x="76581" y="53816"/>
                  </a:lnTo>
                  <a:lnTo>
                    <a:pt x="76581" y="36481"/>
                  </a:lnTo>
                  <a:close/>
                  <a:moveTo>
                    <a:pt x="52483" y="90297"/>
                  </a:moveTo>
                  <a:lnTo>
                    <a:pt x="207836" y="90297"/>
                  </a:lnTo>
                  <a:lnTo>
                    <a:pt x="207836" y="72962"/>
                  </a:lnTo>
                  <a:lnTo>
                    <a:pt x="52483" y="72962"/>
                  </a:lnTo>
                  <a:lnTo>
                    <a:pt x="52483" y="90297"/>
                  </a:lnTo>
                  <a:close/>
                  <a:moveTo>
                    <a:pt x="164402" y="109347"/>
                  </a:moveTo>
                  <a:lnTo>
                    <a:pt x="0" y="109347"/>
                  </a:lnTo>
                  <a:lnTo>
                    <a:pt x="0" y="126778"/>
                  </a:lnTo>
                  <a:lnTo>
                    <a:pt x="164402" y="126778"/>
                  </a:lnTo>
                  <a:lnTo>
                    <a:pt x="164402" y="109347"/>
                  </a:lnTo>
                  <a:close/>
                  <a:moveTo>
                    <a:pt x="220218" y="90297"/>
                  </a:moveTo>
                  <a:lnTo>
                    <a:pt x="357378" y="90297"/>
                  </a:lnTo>
                  <a:lnTo>
                    <a:pt x="357378" y="72962"/>
                  </a:lnTo>
                  <a:lnTo>
                    <a:pt x="220218" y="72962"/>
                  </a:lnTo>
                  <a:lnTo>
                    <a:pt x="220218" y="90297"/>
                  </a:lnTo>
                  <a:close/>
                  <a:moveTo>
                    <a:pt x="97441" y="53816"/>
                  </a:moveTo>
                  <a:lnTo>
                    <a:pt x="357474" y="53816"/>
                  </a:lnTo>
                  <a:lnTo>
                    <a:pt x="357474" y="36481"/>
                  </a:lnTo>
                  <a:lnTo>
                    <a:pt x="97441" y="36481"/>
                  </a:lnTo>
                  <a:lnTo>
                    <a:pt x="97441" y="53816"/>
                  </a:lnTo>
                  <a:close/>
                  <a:moveTo>
                    <a:pt x="305371" y="0"/>
                  </a:moveTo>
                  <a:lnTo>
                    <a:pt x="305371" y="17335"/>
                  </a:lnTo>
                  <a:lnTo>
                    <a:pt x="357378" y="17335"/>
                  </a:lnTo>
                  <a:lnTo>
                    <a:pt x="357378" y="0"/>
                  </a:lnTo>
                  <a:lnTo>
                    <a:pt x="305371" y="0"/>
                  </a:lnTo>
                  <a:close/>
                  <a:moveTo>
                    <a:pt x="315659" y="126778"/>
                  </a:moveTo>
                  <a:lnTo>
                    <a:pt x="357378" y="126778"/>
                  </a:lnTo>
                  <a:lnTo>
                    <a:pt x="357378" y="109347"/>
                  </a:lnTo>
                  <a:lnTo>
                    <a:pt x="315659" y="109347"/>
                  </a:lnTo>
                  <a:lnTo>
                    <a:pt x="315659" y="126778"/>
                  </a:lnTo>
                  <a:close/>
                  <a:moveTo>
                    <a:pt x="120396" y="163259"/>
                  </a:moveTo>
                  <a:lnTo>
                    <a:pt x="222981" y="163259"/>
                  </a:lnTo>
                  <a:lnTo>
                    <a:pt x="222981" y="145828"/>
                  </a:lnTo>
                  <a:lnTo>
                    <a:pt x="120396" y="145828"/>
                  </a:lnTo>
                  <a:lnTo>
                    <a:pt x="120396" y="163259"/>
                  </a:lnTo>
                  <a:close/>
                  <a:moveTo>
                    <a:pt x="235363" y="163259"/>
                  </a:moveTo>
                  <a:lnTo>
                    <a:pt x="313563" y="163259"/>
                  </a:lnTo>
                  <a:lnTo>
                    <a:pt x="313563" y="145828"/>
                  </a:lnTo>
                  <a:lnTo>
                    <a:pt x="235363" y="145828"/>
                  </a:lnTo>
                  <a:lnTo>
                    <a:pt x="235363" y="163259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7" name="Google Shape;367;p15"/>
            <p:cNvSpPr/>
            <p:nvPr/>
          </p:nvSpPr>
          <p:spPr>
            <a:xfrm>
              <a:off x="7425594" y="1639728"/>
              <a:ext cx="353948" cy="180117"/>
            </a:xfrm>
            <a:custGeom>
              <a:avLst/>
              <a:gdLst/>
              <a:ahLst/>
              <a:cxnLst/>
              <a:rect l="l" t="t" r="r" b="b"/>
              <a:pathLst>
                <a:path w="353948" h="180117" extrusionOk="0">
                  <a:moveTo>
                    <a:pt x="0" y="0"/>
                  </a:moveTo>
                  <a:lnTo>
                    <a:pt x="353949" y="0"/>
                  </a:lnTo>
                  <a:lnTo>
                    <a:pt x="353949" y="180118"/>
                  </a:lnTo>
                  <a:lnTo>
                    <a:pt x="0" y="180118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8" name="Google Shape;368;p15"/>
          <p:cNvGrpSpPr/>
          <p:nvPr/>
        </p:nvGrpSpPr>
        <p:grpSpPr>
          <a:xfrm flipH="1">
            <a:off x="128267" y="5959129"/>
            <a:ext cx="473925" cy="858763"/>
            <a:chOff x="1945386" y="5582316"/>
            <a:chExt cx="470725" cy="852963"/>
          </a:xfrm>
        </p:grpSpPr>
        <p:grpSp>
          <p:nvGrpSpPr>
            <p:cNvPr id="369" name="Google Shape;369;p15"/>
            <p:cNvGrpSpPr/>
            <p:nvPr/>
          </p:nvGrpSpPr>
          <p:grpSpPr>
            <a:xfrm>
              <a:off x="1945386" y="5582316"/>
              <a:ext cx="470725" cy="852963"/>
              <a:chOff x="1945386" y="5582316"/>
              <a:chExt cx="470725" cy="852963"/>
            </a:xfrm>
          </p:grpSpPr>
          <p:sp>
            <p:nvSpPr>
              <p:cNvPr id="370" name="Google Shape;370;p15"/>
              <p:cNvSpPr/>
              <p:nvPr/>
            </p:nvSpPr>
            <p:spPr>
              <a:xfrm>
                <a:off x="1945386" y="5582316"/>
                <a:ext cx="470725" cy="852963"/>
              </a:xfrm>
              <a:custGeom>
                <a:avLst/>
                <a:gdLst/>
                <a:ahLst/>
                <a:cxnLst/>
                <a:rect l="l" t="t" r="r" b="b"/>
                <a:pathLst>
                  <a:path w="470725" h="852963" extrusionOk="0">
                    <a:moveTo>
                      <a:pt x="435388" y="0"/>
                    </a:moveTo>
                    <a:cubicBezTo>
                      <a:pt x="454904" y="0"/>
                      <a:pt x="470726" y="15821"/>
                      <a:pt x="470726" y="35338"/>
                    </a:cubicBezTo>
                    <a:lnTo>
                      <a:pt x="470726" y="817626"/>
                    </a:lnTo>
                    <a:cubicBezTo>
                      <a:pt x="470726" y="837143"/>
                      <a:pt x="454904" y="852964"/>
                      <a:pt x="435388" y="852964"/>
                    </a:cubicBezTo>
                    <a:lnTo>
                      <a:pt x="35338" y="852964"/>
                    </a:lnTo>
                    <a:cubicBezTo>
                      <a:pt x="15821" y="852964"/>
                      <a:pt x="0" y="837143"/>
                      <a:pt x="0" y="817626"/>
                    </a:cubicBezTo>
                    <a:lnTo>
                      <a:pt x="0" y="35338"/>
                    </a:lnTo>
                    <a:cubicBezTo>
                      <a:pt x="0" y="15822"/>
                      <a:pt x="15821" y="0"/>
                      <a:pt x="3533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1" name="Google Shape;371;p15"/>
              <p:cNvSpPr/>
              <p:nvPr/>
            </p:nvSpPr>
            <p:spPr>
              <a:xfrm>
                <a:off x="1965864" y="5625846"/>
                <a:ext cx="429577" cy="699420"/>
              </a:xfrm>
              <a:custGeom>
                <a:avLst/>
                <a:gdLst/>
                <a:ahLst/>
                <a:cxnLst/>
                <a:rect l="l" t="t" r="r" b="b"/>
                <a:pathLst>
                  <a:path w="429577" h="699420" extrusionOk="0">
                    <a:moveTo>
                      <a:pt x="0" y="0"/>
                    </a:moveTo>
                    <a:lnTo>
                      <a:pt x="429578" y="0"/>
                    </a:lnTo>
                    <a:lnTo>
                      <a:pt x="429578" y="699421"/>
                    </a:lnTo>
                    <a:lnTo>
                      <a:pt x="0" y="69942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72" name="Google Shape;372;p15"/>
            <p:cNvSpPr/>
            <p:nvPr/>
          </p:nvSpPr>
          <p:spPr>
            <a:xfrm>
              <a:off x="1986438" y="6371462"/>
              <a:ext cx="388334" cy="32194"/>
            </a:xfrm>
            <a:custGeom>
              <a:avLst/>
              <a:gdLst/>
              <a:ahLst/>
              <a:cxnLst/>
              <a:rect l="l" t="t" r="r" b="b"/>
              <a:pathLst>
                <a:path w="388334" h="32194" extrusionOk="0">
                  <a:moveTo>
                    <a:pt x="88011" y="0"/>
                  </a:moveTo>
                  <a:lnTo>
                    <a:pt x="16097" y="0"/>
                  </a:lnTo>
                  <a:cubicBezTo>
                    <a:pt x="7239" y="0"/>
                    <a:pt x="0" y="7239"/>
                    <a:pt x="0" y="16097"/>
                  </a:cubicBezTo>
                  <a:cubicBezTo>
                    <a:pt x="0" y="24955"/>
                    <a:pt x="7239" y="32195"/>
                    <a:pt x="16097" y="32195"/>
                  </a:cubicBezTo>
                  <a:lnTo>
                    <a:pt x="88011" y="32195"/>
                  </a:lnTo>
                  <a:cubicBezTo>
                    <a:pt x="96869" y="32195"/>
                    <a:pt x="104108" y="24955"/>
                    <a:pt x="104108" y="16097"/>
                  </a:cubicBezTo>
                  <a:cubicBezTo>
                    <a:pt x="104108" y="7239"/>
                    <a:pt x="96869" y="0"/>
                    <a:pt x="88011" y="0"/>
                  </a:cubicBezTo>
                  <a:close/>
                  <a:moveTo>
                    <a:pt x="230124" y="0"/>
                  </a:moveTo>
                  <a:lnTo>
                    <a:pt x="158210" y="0"/>
                  </a:lnTo>
                  <a:cubicBezTo>
                    <a:pt x="149352" y="0"/>
                    <a:pt x="142113" y="7239"/>
                    <a:pt x="142113" y="16097"/>
                  </a:cubicBezTo>
                  <a:cubicBezTo>
                    <a:pt x="142113" y="24955"/>
                    <a:pt x="149352" y="32195"/>
                    <a:pt x="158210" y="32195"/>
                  </a:cubicBezTo>
                  <a:lnTo>
                    <a:pt x="230124" y="32195"/>
                  </a:lnTo>
                  <a:cubicBezTo>
                    <a:pt x="238982" y="32195"/>
                    <a:pt x="246221" y="24955"/>
                    <a:pt x="246221" y="16097"/>
                  </a:cubicBezTo>
                  <a:cubicBezTo>
                    <a:pt x="246221" y="7239"/>
                    <a:pt x="238982" y="0"/>
                    <a:pt x="230124" y="0"/>
                  </a:cubicBezTo>
                  <a:close/>
                  <a:moveTo>
                    <a:pt x="372237" y="0"/>
                  </a:moveTo>
                  <a:lnTo>
                    <a:pt x="300323" y="0"/>
                  </a:lnTo>
                  <a:cubicBezTo>
                    <a:pt x="291465" y="0"/>
                    <a:pt x="284226" y="7239"/>
                    <a:pt x="284226" y="16097"/>
                  </a:cubicBezTo>
                  <a:cubicBezTo>
                    <a:pt x="284226" y="24955"/>
                    <a:pt x="291465" y="32195"/>
                    <a:pt x="300323" y="32195"/>
                  </a:cubicBezTo>
                  <a:lnTo>
                    <a:pt x="372237" y="32195"/>
                  </a:lnTo>
                  <a:cubicBezTo>
                    <a:pt x="381095" y="32195"/>
                    <a:pt x="388334" y="24955"/>
                    <a:pt x="388334" y="16097"/>
                  </a:cubicBezTo>
                  <a:cubicBezTo>
                    <a:pt x="388334" y="7239"/>
                    <a:pt x="381095" y="0"/>
                    <a:pt x="3722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3" name="Google Shape;373;p15"/>
          <p:cNvGrpSpPr/>
          <p:nvPr/>
        </p:nvGrpSpPr>
        <p:grpSpPr>
          <a:xfrm>
            <a:off x="10634651" y="154890"/>
            <a:ext cx="1415972" cy="745332"/>
            <a:chOff x="3859815" y="2867310"/>
            <a:chExt cx="1262157" cy="664368"/>
          </a:xfrm>
        </p:grpSpPr>
        <p:sp>
          <p:nvSpPr>
            <p:cNvPr id="374" name="Google Shape;374;p15"/>
            <p:cNvSpPr/>
            <p:nvPr/>
          </p:nvSpPr>
          <p:spPr>
            <a:xfrm>
              <a:off x="3859815" y="2867310"/>
              <a:ext cx="1262157" cy="664368"/>
            </a:xfrm>
            <a:custGeom>
              <a:avLst/>
              <a:gdLst/>
              <a:ahLst/>
              <a:cxnLst/>
              <a:rect l="l" t="t" r="r" b="b"/>
              <a:pathLst>
                <a:path w="1262157" h="664368" extrusionOk="0">
                  <a:moveTo>
                    <a:pt x="1102233" y="344424"/>
                  </a:moveTo>
                  <a:cubicBezTo>
                    <a:pt x="1090231" y="344424"/>
                    <a:pt x="1078611" y="345757"/>
                    <a:pt x="1067372" y="348234"/>
                  </a:cubicBezTo>
                  <a:cubicBezTo>
                    <a:pt x="1048131" y="223838"/>
                    <a:pt x="945166" y="127159"/>
                    <a:pt x="817816" y="117348"/>
                  </a:cubicBezTo>
                  <a:cubicBezTo>
                    <a:pt x="756856" y="45625"/>
                    <a:pt x="666083" y="0"/>
                    <a:pt x="564547" y="0"/>
                  </a:cubicBezTo>
                  <a:cubicBezTo>
                    <a:pt x="398526" y="0"/>
                    <a:pt x="260890" y="121825"/>
                    <a:pt x="236220" y="280988"/>
                  </a:cubicBezTo>
                  <a:cubicBezTo>
                    <a:pt x="222599" y="277939"/>
                    <a:pt x="208502" y="276320"/>
                    <a:pt x="194024" y="276320"/>
                  </a:cubicBezTo>
                  <a:cubicBezTo>
                    <a:pt x="86868" y="276320"/>
                    <a:pt x="0" y="363188"/>
                    <a:pt x="0" y="470345"/>
                  </a:cubicBezTo>
                  <a:cubicBezTo>
                    <a:pt x="0" y="577501"/>
                    <a:pt x="86868" y="664369"/>
                    <a:pt x="194024" y="664369"/>
                  </a:cubicBezTo>
                  <a:lnTo>
                    <a:pt x="1102138" y="664369"/>
                  </a:lnTo>
                  <a:cubicBezTo>
                    <a:pt x="1190530" y="664369"/>
                    <a:pt x="1262158" y="592741"/>
                    <a:pt x="1262158" y="504349"/>
                  </a:cubicBezTo>
                  <a:cubicBezTo>
                    <a:pt x="1262158" y="415957"/>
                    <a:pt x="1190530" y="344329"/>
                    <a:pt x="1102138" y="344329"/>
                  </a:cubicBezTo>
                  <a:close/>
                </a:path>
              </a:pathLst>
            </a:custGeom>
            <a:solidFill>
              <a:srgbClr val="42444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75" name="Google Shape;375;p15"/>
            <p:cNvGrpSpPr/>
            <p:nvPr/>
          </p:nvGrpSpPr>
          <p:grpSpPr>
            <a:xfrm>
              <a:off x="4275677" y="3065525"/>
              <a:ext cx="334517" cy="380047"/>
              <a:chOff x="4275677" y="3065525"/>
              <a:chExt cx="334517" cy="380047"/>
            </a:xfrm>
          </p:grpSpPr>
          <p:grpSp>
            <p:nvGrpSpPr>
              <p:cNvPr id="376" name="Google Shape;376;p15"/>
              <p:cNvGrpSpPr/>
              <p:nvPr/>
            </p:nvGrpSpPr>
            <p:grpSpPr>
              <a:xfrm>
                <a:off x="4275677" y="3065525"/>
                <a:ext cx="334517" cy="380047"/>
                <a:chOff x="4275677" y="3065525"/>
                <a:chExt cx="334517" cy="380047"/>
              </a:xfrm>
            </p:grpSpPr>
            <p:grpSp>
              <p:nvGrpSpPr>
                <p:cNvPr id="377" name="Google Shape;377;p15"/>
                <p:cNvGrpSpPr/>
                <p:nvPr/>
              </p:nvGrpSpPr>
              <p:grpSpPr>
                <a:xfrm>
                  <a:off x="4275677" y="3301269"/>
                  <a:ext cx="334422" cy="144303"/>
                  <a:chOff x="4275677" y="3301269"/>
                  <a:chExt cx="334422" cy="144303"/>
                </a:xfrm>
              </p:grpSpPr>
              <p:sp>
                <p:nvSpPr>
                  <p:cNvPr id="378" name="Google Shape;378;p15"/>
                  <p:cNvSpPr/>
                  <p:nvPr/>
                </p:nvSpPr>
                <p:spPr>
                  <a:xfrm>
                    <a:off x="4275677" y="3331654"/>
                    <a:ext cx="334422" cy="113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422" h="113918" extrusionOk="0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79" name="Google Shape;379;p15"/>
                  <p:cNvSpPr/>
                  <p:nvPr/>
                </p:nvSpPr>
                <p:spPr>
                  <a:xfrm>
                    <a:off x="4275772" y="3301269"/>
                    <a:ext cx="334327" cy="60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327" h="60769" extrusionOk="0">
                        <a:moveTo>
                          <a:pt x="334328" y="30385"/>
                        </a:moveTo>
                        <a:cubicBezTo>
                          <a:pt x="334328" y="47166"/>
                          <a:pt x="259486" y="60770"/>
                          <a:pt x="167164" y="60770"/>
                        </a:cubicBezTo>
                        <a:cubicBezTo>
                          <a:pt x="74842" y="60770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80" name="Google Shape;380;p15"/>
                <p:cNvGrpSpPr/>
                <p:nvPr/>
              </p:nvGrpSpPr>
              <p:grpSpPr>
                <a:xfrm>
                  <a:off x="4275677" y="3183350"/>
                  <a:ext cx="334422" cy="144302"/>
                  <a:chOff x="4275677" y="3183350"/>
                  <a:chExt cx="334422" cy="144302"/>
                </a:xfrm>
              </p:grpSpPr>
              <p:sp>
                <p:nvSpPr>
                  <p:cNvPr id="381" name="Google Shape;381;p15"/>
                  <p:cNvSpPr/>
                  <p:nvPr/>
                </p:nvSpPr>
                <p:spPr>
                  <a:xfrm>
                    <a:off x="4275677" y="3213734"/>
                    <a:ext cx="334422" cy="113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422" h="113918" extrusionOk="0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82" name="Google Shape;382;p15"/>
                  <p:cNvSpPr/>
                  <p:nvPr/>
                </p:nvSpPr>
                <p:spPr>
                  <a:xfrm>
                    <a:off x="4275772" y="3183350"/>
                    <a:ext cx="334327" cy="60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327" h="60769" extrusionOk="0">
                        <a:moveTo>
                          <a:pt x="334328" y="30385"/>
                        </a:moveTo>
                        <a:cubicBezTo>
                          <a:pt x="334328" y="47166"/>
                          <a:pt x="259486" y="60769"/>
                          <a:pt x="167164" y="60769"/>
                        </a:cubicBezTo>
                        <a:cubicBezTo>
                          <a:pt x="74842" y="60769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83" name="Google Shape;383;p15"/>
                <p:cNvGrpSpPr/>
                <p:nvPr/>
              </p:nvGrpSpPr>
              <p:grpSpPr>
                <a:xfrm>
                  <a:off x="4275677" y="3065525"/>
                  <a:ext cx="334517" cy="144303"/>
                  <a:chOff x="4275677" y="3065525"/>
                  <a:chExt cx="334517" cy="144303"/>
                </a:xfrm>
              </p:grpSpPr>
              <p:sp>
                <p:nvSpPr>
                  <p:cNvPr id="384" name="Google Shape;384;p15"/>
                  <p:cNvSpPr/>
                  <p:nvPr/>
                </p:nvSpPr>
                <p:spPr>
                  <a:xfrm>
                    <a:off x="4275677" y="3095910"/>
                    <a:ext cx="334422" cy="113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422" h="113918" extrusionOk="0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85" name="Google Shape;385;p15"/>
                  <p:cNvSpPr/>
                  <p:nvPr/>
                </p:nvSpPr>
                <p:spPr>
                  <a:xfrm>
                    <a:off x="4275867" y="3065525"/>
                    <a:ext cx="334327" cy="60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327" h="60769" extrusionOk="0">
                        <a:moveTo>
                          <a:pt x="334328" y="30385"/>
                        </a:moveTo>
                        <a:cubicBezTo>
                          <a:pt x="334328" y="47149"/>
                          <a:pt x="259461" y="60770"/>
                          <a:pt x="167164" y="60770"/>
                        </a:cubicBezTo>
                        <a:cubicBezTo>
                          <a:pt x="74866" y="60770"/>
                          <a:pt x="0" y="47149"/>
                          <a:pt x="0" y="30385"/>
                        </a:cubicBezTo>
                        <a:cubicBezTo>
                          <a:pt x="0" y="13621"/>
                          <a:pt x="74866" y="0"/>
                          <a:pt x="167164" y="0"/>
                        </a:cubicBezTo>
                        <a:cubicBezTo>
                          <a:pt x="259461" y="0"/>
                          <a:pt x="334328" y="13621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386" name="Google Shape;386;p15"/>
              <p:cNvSpPr/>
              <p:nvPr/>
            </p:nvSpPr>
            <p:spPr>
              <a:xfrm>
                <a:off x="4529994" y="3140487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2"/>
                      <a:pt x="8572" y="0"/>
                      <a:pt x="19050" y="0"/>
                    </a:cubicBezTo>
                    <a:cubicBezTo>
                      <a:pt x="29528" y="0"/>
                      <a:pt x="38100" y="8572"/>
                      <a:pt x="38100" y="19050"/>
                    </a:cubicBezTo>
                    <a:close/>
                  </a:path>
                </a:pathLst>
              </a:custGeom>
              <a:solidFill>
                <a:srgbClr val="55C0E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7" name="Google Shape;387;p15"/>
              <p:cNvSpPr/>
              <p:nvPr/>
            </p:nvSpPr>
            <p:spPr>
              <a:xfrm>
                <a:off x="4529994" y="3256216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8" name="Google Shape;388;p15"/>
              <p:cNvSpPr/>
              <p:nvPr/>
            </p:nvSpPr>
            <p:spPr>
              <a:xfrm>
                <a:off x="4529994" y="3377088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89" name="Google Shape;389;p15"/>
          <p:cNvGrpSpPr/>
          <p:nvPr/>
        </p:nvGrpSpPr>
        <p:grpSpPr>
          <a:xfrm rot="5400000" flipH="1">
            <a:off x="743963" y="6262138"/>
            <a:ext cx="21772" cy="291053"/>
            <a:chOff x="10809827" y="4402455"/>
            <a:chExt cx="24764" cy="330993"/>
          </a:xfrm>
        </p:grpSpPr>
        <p:sp>
          <p:nvSpPr>
            <p:cNvPr id="390" name="Google Shape;390;p15"/>
            <p:cNvSpPr/>
            <p:nvPr/>
          </p:nvSpPr>
          <p:spPr>
            <a:xfrm>
              <a:off x="10822209" y="4414266"/>
              <a:ext cx="9525" cy="307467"/>
            </a:xfrm>
            <a:custGeom>
              <a:avLst/>
              <a:gdLst/>
              <a:ahLst/>
              <a:cxnLst/>
              <a:rect l="l" t="t" r="r" b="b"/>
              <a:pathLst>
                <a:path w="9525" h="307467" extrusionOk="0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w="10950" cap="flat" cmpd="sng">
              <a:solidFill>
                <a:schemeClr val="accent4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1" name="Google Shape;391;p15"/>
            <p:cNvSpPr/>
            <p:nvPr/>
          </p:nvSpPr>
          <p:spPr>
            <a:xfrm>
              <a:off x="10809827" y="4708683"/>
              <a:ext cx="24764" cy="24765"/>
            </a:xfrm>
            <a:custGeom>
              <a:avLst/>
              <a:gdLst/>
              <a:ahLst/>
              <a:cxnLst/>
              <a:rect l="l" t="t" r="r" b="b"/>
              <a:pathLst>
                <a:path w="24764" h="24765" extrusionOk="0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2" name="Google Shape;392;p15"/>
            <p:cNvSpPr/>
            <p:nvPr/>
          </p:nvSpPr>
          <p:spPr>
            <a:xfrm>
              <a:off x="10809827" y="4402455"/>
              <a:ext cx="24764" cy="24764"/>
            </a:xfrm>
            <a:custGeom>
              <a:avLst/>
              <a:gdLst/>
              <a:ahLst/>
              <a:cxnLst/>
              <a:rect l="l" t="t" r="r" b="b"/>
              <a:pathLst>
                <a:path w="24764" h="24764" extrusionOk="0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93" name="Google Shape;393;p15"/>
          <p:cNvSpPr/>
          <p:nvPr/>
        </p:nvSpPr>
        <p:spPr>
          <a:xfrm rot="-532595">
            <a:off x="10645519" y="5897002"/>
            <a:ext cx="2214932" cy="1790988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94" name="Google Shape;394;p15"/>
          <p:cNvSpPr/>
          <p:nvPr/>
        </p:nvSpPr>
        <p:spPr>
          <a:xfrm rot="-5145822" flipH="1">
            <a:off x="-1646962" y="96113"/>
            <a:ext cx="3205723" cy="1758123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0408763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16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397" name="Google Shape;397;p16"/>
          <p:cNvSpPr txBox="1">
            <a:spLocks noGrp="1"/>
          </p:cNvSpPr>
          <p:nvPr>
            <p:ph type="subTitle" idx="1"/>
          </p:nvPr>
        </p:nvSpPr>
        <p:spPr>
          <a:xfrm>
            <a:off x="1250167" y="3439764"/>
            <a:ext cx="2900400" cy="20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398" name="Google Shape;398;p16"/>
          <p:cNvSpPr txBox="1">
            <a:spLocks noGrp="1"/>
          </p:cNvSpPr>
          <p:nvPr>
            <p:ph type="subTitle" idx="2"/>
          </p:nvPr>
        </p:nvSpPr>
        <p:spPr>
          <a:xfrm>
            <a:off x="4645796" y="3439764"/>
            <a:ext cx="2900400" cy="20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399" name="Google Shape;399;p16"/>
          <p:cNvSpPr txBox="1">
            <a:spLocks noGrp="1"/>
          </p:cNvSpPr>
          <p:nvPr>
            <p:ph type="subTitle" idx="3"/>
          </p:nvPr>
        </p:nvSpPr>
        <p:spPr>
          <a:xfrm>
            <a:off x="8041433" y="3439764"/>
            <a:ext cx="2900400" cy="20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400" name="Google Shape;400;p16"/>
          <p:cNvSpPr txBox="1">
            <a:spLocks noGrp="1"/>
          </p:cNvSpPr>
          <p:nvPr>
            <p:ph type="subTitle" idx="4"/>
          </p:nvPr>
        </p:nvSpPr>
        <p:spPr>
          <a:xfrm>
            <a:off x="1250167" y="2367201"/>
            <a:ext cx="2900400" cy="7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401" name="Google Shape;401;p16"/>
          <p:cNvSpPr txBox="1">
            <a:spLocks noGrp="1"/>
          </p:cNvSpPr>
          <p:nvPr>
            <p:ph type="subTitle" idx="5"/>
          </p:nvPr>
        </p:nvSpPr>
        <p:spPr>
          <a:xfrm>
            <a:off x="4645800" y="2367201"/>
            <a:ext cx="2900400" cy="7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402" name="Google Shape;402;p16"/>
          <p:cNvSpPr txBox="1">
            <a:spLocks noGrp="1"/>
          </p:cNvSpPr>
          <p:nvPr>
            <p:ph type="subTitle" idx="6"/>
          </p:nvPr>
        </p:nvSpPr>
        <p:spPr>
          <a:xfrm>
            <a:off x="8041433" y="2367201"/>
            <a:ext cx="2900400" cy="7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403" name="Google Shape;403;p16"/>
          <p:cNvSpPr/>
          <p:nvPr/>
        </p:nvSpPr>
        <p:spPr>
          <a:xfrm rot="8800738" flipH="1">
            <a:off x="10536550" y="5575555"/>
            <a:ext cx="2240349" cy="1811452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04" name="Google Shape;404;p16"/>
          <p:cNvSpPr/>
          <p:nvPr/>
        </p:nvSpPr>
        <p:spPr>
          <a:xfrm rot="-8942362" flipH="1">
            <a:off x="-1310865" y="5386993"/>
            <a:ext cx="3298864" cy="2667452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05" name="Google Shape;405;p16"/>
          <p:cNvSpPr/>
          <p:nvPr/>
        </p:nvSpPr>
        <p:spPr>
          <a:xfrm rot="1554271" flipH="1">
            <a:off x="10084676" y="-885399"/>
            <a:ext cx="2816445" cy="2670099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06" name="Google Shape;406;p16"/>
          <p:cNvSpPr/>
          <p:nvPr/>
        </p:nvSpPr>
        <p:spPr>
          <a:xfrm>
            <a:off x="83767" y="2300515"/>
            <a:ext cx="808275" cy="49845"/>
          </a:xfrm>
          <a:custGeom>
            <a:avLst/>
            <a:gdLst/>
            <a:ahLst/>
            <a:cxnLst/>
            <a:rect l="l" t="t" r="r" b="b"/>
            <a:pathLst>
              <a:path w="824770" h="50863" extrusionOk="0">
                <a:moveTo>
                  <a:pt x="799338" y="50863"/>
                </a:moveTo>
                <a:lnTo>
                  <a:pt x="25432" y="50863"/>
                </a:lnTo>
                <a:cubicBezTo>
                  <a:pt x="11430" y="50863"/>
                  <a:pt x="0" y="39433"/>
                  <a:pt x="0" y="25432"/>
                </a:cubicBezTo>
                <a:lnTo>
                  <a:pt x="0" y="25432"/>
                </a:lnTo>
                <a:cubicBezTo>
                  <a:pt x="0" y="11430"/>
                  <a:pt x="11430" y="0"/>
                  <a:pt x="25432" y="0"/>
                </a:cubicBezTo>
                <a:lnTo>
                  <a:pt x="799338" y="0"/>
                </a:lnTo>
                <a:cubicBezTo>
                  <a:pt x="813339" y="0"/>
                  <a:pt x="824770" y="11430"/>
                  <a:pt x="824770" y="25432"/>
                </a:cubicBezTo>
                <a:lnTo>
                  <a:pt x="824770" y="25432"/>
                </a:lnTo>
                <a:cubicBezTo>
                  <a:pt x="824770" y="39433"/>
                  <a:pt x="813339" y="50863"/>
                  <a:pt x="799338" y="50863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07" name="Google Shape;407;p16"/>
          <p:cNvGrpSpPr/>
          <p:nvPr/>
        </p:nvGrpSpPr>
        <p:grpSpPr>
          <a:xfrm>
            <a:off x="128532" y="1268391"/>
            <a:ext cx="736544" cy="1057012"/>
            <a:chOff x="10519314" y="4728596"/>
            <a:chExt cx="751780" cy="1078731"/>
          </a:xfrm>
        </p:grpSpPr>
        <p:grpSp>
          <p:nvGrpSpPr>
            <p:cNvPr id="408" name="Google Shape;408;p16"/>
            <p:cNvGrpSpPr/>
            <p:nvPr/>
          </p:nvGrpSpPr>
          <p:grpSpPr>
            <a:xfrm>
              <a:off x="10519314" y="4728596"/>
              <a:ext cx="626662" cy="1078731"/>
              <a:chOff x="10519314" y="4728596"/>
              <a:chExt cx="626662" cy="1078731"/>
            </a:xfrm>
          </p:grpSpPr>
          <p:grpSp>
            <p:nvGrpSpPr>
              <p:cNvPr id="409" name="Google Shape;409;p16"/>
              <p:cNvGrpSpPr/>
              <p:nvPr/>
            </p:nvGrpSpPr>
            <p:grpSpPr>
              <a:xfrm>
                <a:off x="10903220" y="4888205"/>
                <a:ext cx="242756" cy="919122"/>
                <a:chOff x="10903220" y="4888205"/>
                <a:chExt cx="242756" cy="919122"/>
              </a:xfrm>
            </p:grpSpPr>
            <p:sp>
              <p:nvSpPr>
                <p:cNvPr id="410" name="Google Shape;410;p16"/>
                <p:cNvSpPr/>
                <p:nvPr/>
              </p:nvSpPr>
              <p:spPr>
                <a:xfrm rot="-447735">
                  <a:off x="10961814" y="4892503"/>
                  <a:ext cx="125567" cy="9105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444" h="909637" extrusionOk="0">
                      <a:moveTo>
                        <a:pt x="0" y="0"/>
                      </a:moveTo>
                      <a:lnTo>
                        <a:pt x="125445" y="0"/>
                      </a:lnTo>
                      <a:lnTo>
                        <a:pt x="125445" y="909637"/>
                      </a:lnTo>
                      <a:lnTo>
                        <a:pt x="0" y="909637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1" name="Google Shape;411;p16"/>
                <p:cNvSpPr/>
                <p:nvPr/>
              </p:nvSpPr>
              <p:spPr>
                <a:xfrm>
                  <a:off x="10952422" y="4933194"/>
                  <a:ext cx="42088" cy="420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088" h="42088" extrusionOk="0">
                      <a:moveTo>
                        <a:pt x="41904" y="18282"/>
                      </a:moveTo>
                      <a:cubicBezTo>
                        <a:pt x="43428" y="29807"/>
                        <a:pt x="35331" y="40380"/>
                        <a:pt x="23806" y="41904"/>
                      </a:cubicBezTo>
                      <a:cubicBezTo>
                        <a:pt x="12281" y="43428"/>
                        <a:pt x="1709" y="35332"/>
                        <a:pt x="184" y="23806"/>
                      </a:cubicBezTo>
                      <a:cubicBezTo>
                        <a:pt x="-1340" y="12281"/>
                        <a:pt x="6756" y="1708"/>
                        <a:pt x="18282" y="184"/>
                      </a:cubicBezTo>
                      <a:cubicBezTo>
                        <a:pt x="29807" y="-1340"/>
                        <a:pt x="40380" y="6757"/>
                        <a:pt x="41904" y="1828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2" name="Google Shape;412;p16"/>
                <p:cNvSpPr/>
                <p:nvPr/>
              </p:nvSpPr>
              <p:spPr>
                <a:xfrm>
                  <a:off x="10961186" y="5000250"/>
                  <a:ext cx="42087" cy="420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087" h="42087" extrusionOk="0">
                      <a:moveTo>
                        <a:pt x="41904" y="18282"/>
                      </a:moveTo>
                      <a:cubicBezTo>
                        <a:pt x="43427" y="29807"/>
                        <a:pt x="35331" y="40380"/>
                        <a:pt x="23806" y="41904"/>
                      </a:cubicBezTo>
                      <a:cubicBezTo>
                        <a:pt x="12280" y="43428"/>
                        <a:pt x="1708" y="35332"/>
                        <a:pt x="184" y="23806"/>
                      </a:cubicBezTo>
                      <a:cubicBezTo>
                        <a:pt x="-1340" y="12281"/>
                        <a:pt x="6756" y="1708"/>
                        <a:pt x="18281" y="184"/>
                      </a:cubicBezTo>
                      <a:cubicBezTo>
                        <a:pt x="29807" y="-1340"/>
                        <a:pt x="40380" y="6757"/>
                        <a:pt x="41904" y="1828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13" name="Google Shape;413;p16"/>
                <p:cNvGrpSpPr/>
                <p:nvPr/>
              </p:nvGrpSpPr>
              <p:grpSpPr>
                <a:xfrm>
                  <a:off x="11014221" y="5588618"/>
                  <a:ext cx="100021" cy="114784"/>
                  <a:chOff x="11014221" y="5588618"/>
                  <a:chExt cx="100021" cy="114784"/>
                </a:xfrm>
              </p:grpSpPr>
              <p:sp>
                <p:nvSpPr>
                  <p:cNvPr id="414" name="Google Shape;414;p16"/>
                  <p:cNvSpPr/>
                  <p:nvPr/>
                </p:nvSpPr>
                <p:spPr>
                  <a:xfrm rot="-447735">
                    <a:off x="11014826" y="5594269"/>
                    <a:ext cx="88001" cy="15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7915" h="15049" extrusionOk="0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49"/>
                        </a:lnTo>
                        <a:lnTo>
                          <a:pt x="0" y="15049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15" name="Google Shape;415;p16"/>
                  <p:cNvSpPr/>
                  <p:nvPr/>
                </p:nvSpPr>
                <p:spPr>
                  <a:xfrm rot="-447735">
                    <a:off x="11018646" y="5623150"/>
                    <a:ext cx="88001" cy="15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7915" h="15049" extrusionOk="0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16" name="Google Shape;416;p16"/>
                  <p:cNvSpPr/>
                  <p:nvPr/>
                </p:nvSpPr>
                <p:spPr>
                  <a:xfrm rot="-447735">
                    <a:off x="11021820" y="5653805"/>
                    <a:ext cx="88001" cy="15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7915" h="15049" extrusionOk="0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17" name="Google Shape;417;p16"/>
                  <p:cNvSpPr/>
                  <p:nvPr/>
                </p:nvSpPr>
                <p:spPr>
                  <a:xfrm rot="-447735">
                    <a:off x="11025635" y="5682688"/>
                    <a:ext cx="88001" cy="15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7915" h="15049" extrusionOk="0">
                        <a:moveTo>
                          <a:pt x="0" y="0"/>
                        </a:moveTo>
                        <a:lnTo>
                          <a:pt x="87915" y="0"/>
                        </a:lnTo>
                        <a:lnTo>
                          <a:pt x="87915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418" name="Google Shape;418;p16"/>
              <p:cNvGrpSpPr/>
              <p:nvPr/>
            </p:nvGrpSpPr>
            <p:grpSpPr>
              <a:xfrm>
                <a:off x="10718623" y="4728596"/>
                <a:ext cx="229169" cy="1075979"/>
                <a:chOff x="10718623" y="4728596"/>
                <a:chExt cx="229169" cy="1075979"/>
              </a:xfrm>
            </p:grpSpPr>
            <p:sp>
              <p:nvSpPr>
                <p:cNvPr id="419" name="Google Shape;419;p16"/>
                <p:cNvSpPr/>
                <p:nvPr/>
              </p:nvSpPr>
              <p:spPr>
                <a:xfrm rot="-172174">
                  <a:off x="10745259" y="4732329"/>
                  <a:ext cx="175897" cy="10685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6117" h="1069848" extrusionOk="0">
                      <a:moveTo>
                        <a:pt x="0" y="0"/>
                      </a:moveTo>
                      <a:lnTo>
                        <a:pt x="176117" y="0"/>
                      </a:lnTo>
                      <a:lnTo>
                        <a:pt x="176117" y="1069848"/>
                      </a:lnTo>
                      <a:lnTo>
                        <a:pt x="0" y="1069848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0" name="Google Shape;420;p16"/>
                <p:cNvSpPr/>
                <p:nvPr/>
              </p:nvSpPr>
              <p:spPr>
                <a:xfrm>
                  <a:off x="10787634" y="5182743"/>
                  <a:ext cx="87629" cy="876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629" h="87630" extrusionOk="0">
                      <a:moveTo>
                        <a:pt x="87630" y="43815"/>
                      </a:moveTo>
                      <a:cubicBezTo>
                        <a:pt x="87630" y="68013"/>
                        <a:pt x="68014" y="87630"/>
                        <a:pt x="43815" y="87630"/>
                      </a:cubicBezTo>
                      <a:cubicBezTo>
                        <a:pt x="19617" y="87630"/>
                        <a:pt x="1" y="68014"/>
                        <a:pt x="1" y="43815"/>
                      </a:cubicBezTo>
                      <a:cubicBezTo>
                        <a:pt x="1" y="19617"/>
                        <a:pt x="19617" y="0"/>
                        <a:pt x="43815" y="0"/>
                      </a:cubicBezTo>
                      <a:cubicBezTo>
                        <a:pt x="68014" y="0"/>
                        <a:pt x="87630" y="19616"/>
                        <a:pt x="87630" y="4381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21" name="Google Shape;421;p16"/>
                <p:cNvGrpSpPr/>
                <p:nvPr/>
              </p:nvGrpSpPr>
              <p:grpSpPr>
                <a:xfrm>
                  <a:off x="10765015" y="5040134"/>
                  <a:ext cx="116314" cy="49775"/>
                  <a:chOff x="10765015" y="5040134"/>
                  <a:chExt cx="116314" cy="49775"/>
                </a:xfrm>
              </p:grpSpPr>
              <p:sp>
                <p:nvSpPr>
                  <p:cNvPr id="422" name="Google Shape;422;p16"/>
                  <p:cNvSpPr/>
                  <p:nvPr/>
                </p:nvSpPr>
                <p:spPr>
                  <a:xfrm rot="-172174">
                    <a:off x="10765318" y="5042987"/>
                    <a:ext cx="114347" cy="149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490" h="14954" extrusionOk="0">
                        <a:moveTo>
                          <a:pt x="0" y="0"/>
                        </a:moveTo>
                        <a:lnTo>
                          <a:pt x="114490" y="0"/>
                        </a:lnTo>
                        <a:lnTo>
                          <a:pt x="114490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23" name="Google Shape;423;p16"/>
                  <p:cNvSpPr/>
                  <p:nvPr/>
                </p:nvSpPr>
                <p:spPr>
                  <a:xfrm rot="-172174">
                    <a:off x="10766681" y="5072121"/>
                    <a:ext cx="114347" cy="149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490" h="14954" extrusionOk="0">
                        <a:moveTo>
                          <a:pt x="0" y="0"/>
                        </a:moveTo>
                        <a:lnTo>
                          <a:pt x="114491" y="0"/>
                        </a:lnTo>
                        <a:lnTo>
                          <a:pt x="114491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24" name="Google Shape;424;p16"/>
                <p:cNvGrpSpPr/>
                <p:nvPr/>
              </p:nvGrpSpPr>
              <p:grpSpPr>
                <a:xfrm>
                  <a:off x="10784825" y="5436314"/>
                  <a:ext cx="116414" cy="49961"/>
                  <a:chOff x="10784825" y="5436314"/>
                  <a:chExt cx="116414" cy="49961"/>
                </a:xfrm>
              </p:grpSpPr>
              <p:sp>
                <p:nvSpPr>
                  <p:cNvPr id="425" name="Google Shape;425;p16"/>
                  <p:cNvSpPr/>
                  <p:nvPr/>
                </p:nvSpPr>
                <p:spPr>
                  <a:xfrm rot="-172174">
                    <a:off x="10785128" y="5439167"/>
                    <a:ext cx="114347" cy="149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490" h="14954" extrusionOk="0">
                        <a:moveTo>
                          <a:pt x="0" y="0"/>
                        </a:moveTo>
                        <a:lnTo>
                          <a:pt x="114491" y="0"/>
                        </a:lnTo>
                        <a:lnTo>
                          <a:pt x="114491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26" name="Google Shape;426;p16"/>
                  <p:cNvSpPr/>
                  <p:nvPr/>
                </p:nvSpPr>
                <p:spPr>
                  <a:xfrm rot="-172174">
                    <a:off x="10786591" y="5468487"/>
                    <a:ext cx="114347" cy="149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490" h="14954" extrusionOk="0">
                        <a:moveTo>
                          <a:pt x="0" y="0"/>
                        </a:moveTo>
                        <a:lnTo>
                          <a:pt x="114490" y="0"/>
                        </a:lnTo>
                        <a:lnTo>
                          <a:pt x="114490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427" name="Google Shape;427;p16"/>
              <p:cNvGrpSpPr/>
              <p:nvPr/>
            </p:nvGrpSpPr>
            <p:grpSpPr>
              <a:xfrm>
                <a:off x="10519314" y="4813458"/>
                <a:ext cx="202120" cy="992123"/>
                <a:chOff x="10519314" y="4813458"/>
                <a:chExt cx="202120" cy="992123"/>
              </a:xfrm>
            </p:grpSpPr>
            <p:sp>
              <p:nvSpPr>
                <p:cNvPr id="428" name="Google Shape;428;p16"/>
                <p:cNvSpPr/>
                <p:nvPr/>
              </p:nvSpPr>
              <p:spPr>
                <a:xfrm>
                  <a:off x="10519314" y="4813458"/>
                  <a:ext cx="202120" cy="9921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120" h="992123" extrusionOk="0">
                      <a:moveTo>
                        <a:pt x="0" y="0"/>
                      </a:moveTo>
                      <a:lnTo>
                        <a:pt x="202120" y="0"/>
                      </a:lnTo>
                      <a:lnTo>
                        <a:pt x="202120" y="992124"/>
                      </a:lnTo>
                      <a:lnTo>
                        <a:pt x="0" y="992124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9" name="Google Shape;429;p16"/>
                <p:cNvSpPr/>
                <p:nvPr/>
              </p:nvSpPr>
              <p:spPr>
                <a:xfrm>
                  <a:off x="10558843" y="4891468"/>
                  <a:ext cx="123063" cy="1230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063" h="123062" extrusionOk="0">
                      <a:moveTo>
                        <a:pt x="123063" y="61532"/>
                      </a:moveTo>
                      <a:cubicBezTo>
                        <a:pt x="123063" y="95514"/>
                        <a:pt x="95514" y="123063"/>
                        <a:pt x="61531" y="123063"/>
                      </a:cubicBezTo>
                      <a:cubicBezTo>
                        <a:pt x="27548" y="123063"/>
                        <a:pt x="-1" y="95514"/>
                        <a:pt x="-1" y="61532"/>
                      </a:cubicBezTo>
                      <a:cubicBezTo>
                        <a:pt x="-1" y="27549"/>
                        <a:pt x="27548" y="0"/>
                        <a:pt x="61531" y="0"/>
                      </a:cubicBezTo>
                      <a:cubicBezTo>
                        <a:pt x="95514" y="0"/>
                        <a:pt x="123063" y="27549"/>
                        <a:pt x="123063" y="6153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30" name="Google Shape;430;p16"/>
                <p:cNvGrpSpPr/>
                <p:nvPr/>
              </p:nvGrpSpPr>
              <p:grpSpPr>
                <a:xfrm>
                  <a:off x="10556176" y="5465730"/>
                  <a:ext cx="128397" cy="44196"/>
                  <a:chOff x="10556176" y="5465730"/>
                  <a:chExt cx="128397" cy="44196"/>
                </a:xfrm>
              </p:grpSpPr>
              <p:sp>
                <p:nvSpPr>
                  <p:cNvPr id="431" name="Google Shape;431;p16"/>
                  <p:cNvSpPr/>
                  <p:nvPr/>
                </p:nvSpPr>
                <p:spPr>
                  <a:xfrm>
                    <a:off x="10556176" y="5465730"/>
                    <a:ext cx="128397" cy="149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8397" h="14954" extrusionOk="0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32" name="Google Shape;432;p16"/>
                  <p:cNvSpPr/>
                  <p:nvPr/>
                </p:nvSpPr>
                <p:spPr>
                  <a:xfrm>
                    <a:off x="10556176" y="5494972"/>
                    <a:ext cx="128397" cy="149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8397" h="14954" extrusionOk="0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33" name="Google Shape;433;p16"/>
                <p:cNvGrpSpPr/>
                <p:nvPr/>
              </p:nvGrpSpPr>
              <p:grpSpPr>
                <a:xfrm>
                  <a:off x="10556176" y="5689187"/>
                  <a:ext cx="128397" cy="44196"/>
                  <a:chOff x="10556176" y="5689187"/>
                  <a:chExt cx="128397" cy="44196"/>
                </a:xfrm>
              </p:grpSpPr>
              <p:sp>
                <p:nvSpPr>
                  <p:cNvPr id="434" name="Google Shape;434;p16"/>
                  <p:cNvSpPr/>
                  <p:nvPr/>
                </p:nvSpPr>
                <p:spPr>
                  <a:xfrm>
                    <a:off x="10556176" y="5689187"/>
                    <a:ext cx="128397" cy="149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8397" h="14954" extrusionOk="0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35" name="Google Shape;435;p16"/>
                  <p:cNvSpPr/>
                  <p:nvPr/>
                </p:nvSpPr>
                <p:spPr>
                  <a:xfrm>
                    <a:off x="10556176" y="5718429"/>
                    <a:ext cx="128397" cy="149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8397" h="14954" extrusionOk="0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id="436" name="Google Shape;436;p16"/>
            <p:cNvGrpSpPr/>
            <p:nvPr/>
          </p:nvGrpSpPr>
          <p:grpSpPr>
            <a:xfrm>
              <a:off x="11058042" y="5088325"/>
              <a:ext cx="213052" cy="717953"/>
              <a:chOff x="11058042" y="5088325"/>
              <a:chExt cx="213052" cy="717953"/>
            </a:xfrm>
          </p:grpSpPr>
          <p:sp>
            <p:nvSpPr>
              <p:cNvPr id="437" name="Google Shape;437;p16"/>
              <p:cNvSpPr/>
              <p:nvPr/>
            </p:nvSpPr>
            <p:spPr>
              <a:xfrm rot="-631368">
                <a:off x="11122592" y="5089982"/>
                <a:ext cx="83952" cy="714640"/>
              </a:xfrm>
              <a:custGeom>
                <a:avLst/>
                <a:gdLst/>
                <a:ahLst/>
                <a:cxnLst/>
                <a:rect l="l" t="t" r="r" b="b"/>
                <a:pathLst>
                  <a:path w="84010" h="715136" extrusionOk="0">
                    <a:moveTo>
                      <a:pt x="0" y="0"/>
                    </a:moveTo>
                    <a:lnTo>
                      <a:pt x="84010" y="0"/>
                    </a:lnTo>
                    <a:lnTo>
                      <a:pt x="84010" y="715137"/>
                    </a:lnTo>
                    <a:lnTo>
                      <a:pt x="0" y="715137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8" name="Google Shape;438;p16"/>
              <p:cNvSpPr/>
              <p:nvPr/>
            </p:nvSpPr>
            <p:spPr>
              <a:xfrm rot="-631368">
                <a:off x="11154645" y="5271518"/>
                <a:ext cx="25985" cy="411004"/>
              </a:xfrm>
              <a:custGeom>
                <a:avLst/>
                <a:gdLst/>
                <a:ahLst/>
                <a:cxnLst/>
                <a:rect l="l" t="t" r="r" b="b"/>
                <a:pathLst>
                  <a:path w="26003" h="411289" extrusionOk="0">
                    <a:moveTo>
                      <a:pt x="0" y="0"/>
                    </a:moveTo>
                    <a:lnTo>
                      <a:pt x="26003" y="0"/>
                    </a:lnTo>
                    <a:lnTo>
                      <a:pt x="26003" y="411289"/>
                    </a:lnTo>
                    <a:lnTo>
                      <a:pt x="0" y="411289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39" name="Google Shape;439;p16"/>
          <p:cNvGrpSpPr/>
          <p:nvPr/>
        </p:nvGrpSpPr>
        <p:grpSpPr>
          <a:xfrm>
            <a:off x="180605" y="92492"/>
            <a:ext cx="568409" cy="858189"/>
            <a:chOff x="10572463" y="3528536"/>
            <a:chExt cx="580168" cy="875823"/>
          </a:xfrm>
        </p:grpSpPr>
        <p:grpSp>
          <p:nvGrpSpPr>
            <p:cNvPr id="440" name="Google Shape;440;p16"/>
            <p:cNvGrpSpPr/>
            <p:nvPr/>
          </p:nvGrpSpPr>
          <p:grpSpPr>
            <a:xfrm>
              <a:off x="10713815" y="3528536"/>
              <a:ext cx="438816" cy="746664"/>
              <a:chOff x="10713815" y="3528536"/>
              <a:chExt cx="438816" cy="746664"/>
            </a:xfrm>
          </p:grpSpPr>
          <p:sp>
            <p:nvSpPr>
              <p:cNvPr id="441" name="Google Shape;441;p16"/>
              <p:cNvSpPr/>
              <p:nvPr/>
            </p:nvSpPr>
            <p:spPr>
              <a:xfrm>
                <a:off x="10713815" y="3528536"/>
                <a:ext cx="438816" cy="746664"/>
              </a:xfrm>
              <a:custGeom>
                <a:avLst/>
                <a:gdLst/>
                <a:ahLst/>
                <a:cxnLst/>
                <a:rect l="l" t="t" r="r" b="b"/>
                <a:pathLst>
                  <a:path w="438816" h="746664" extrusionOk="0">
                    <a:moveTo>
                      <a:pt x="438721" y="746569"/>
                    </a:moveTo>
                    <a:lnTo>
                      <a:pt x="0" y="746569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1" y="68580"/>
                      <a:pt x="438816" y="112585"/>
                    </a:cubicBezTo>
                    <a:lnTo>
                      <a:pt x="438816" y="746665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42" name="Google Shape;442;p16"/>
              <p:cNvGrpSpPr/>
              <p:nvPr/>
            </p:nvGrpSpPr>
            <p:grpSpPr>
              <a:xfrm>
                <a:off x="10776489" y="3625310"/>
                <a:ext cx="313848" cy="288226"/>
                <a:chOff x="10776489" y="3625310"/>
                <a:chExt cx="313848" cy="288226"/>
              </a:xfrm>
            </p:grpSpPr>
            <p:sp>
              <p:nvSpPr>
                <p:cNvPr id="443" name="Google Shape;443;p16"/>
                <p:cNvSpPr/>
                <p:nvPr/>
              </p:nvSpPr>
              <p:spPr>
                <a:xfrm>
                  <a:off x="10776489" y="3625310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4" name="Google Shape;444;p16"/>
                <p:cNvSpPr/>
                <p:nvPr/>
              </p:nvSpPr>
              <p:spPr>
                <a:xfrm>
                  <a:off x="10776489" y="3678650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5" name="Google Shape;445;p16"/>
                <p:cNvSpPr/>
                <p:nvPr/>
              </p:nvSpPr>
              <p:spPr>
                <a:xfrm>
                  <a:off x="10776489" y="3731990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6" name="Google Shape;446;p16"/>
                <p:cNvSpPr/>
                <p:nvPr/>
              </p:nvSpPr>
              <p:spPr>
                <a:xfrm>
                  <a:off x="10776489" y="3785425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7" name="Google Shape;447;p16"/>
                <p:cNvSpPr/>
                <p:nvPr/>
              </p:nvSpPr>
              <p:spPr>
                <a:xfrm>
                  <a:off x="10776489" y="3838765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8" name="Google Shape;448;p16"/>
                <p:cNvSpPr/>
                <p:nvPr/>
              </p:nvSpPr>
              <p:spPr>
                <a:xfrm>
                  <a:off x="10776489" y="3892105"/>
                  <a:ext cx="184689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689" h="21431" extrusionOk="0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49" name="Google Shape;449;p16"/>
              <p:cNvGrpSpPr/>
              <p:nvPr/>
            </p:nvGrpSpPr>
            <p:grpSpPr>
              <a:xfrm>
                <a:off x="10776489" y="3999547"/>
                <a:ext cx="313848" cy="181546"/>
                <a:chOff x="10776489" y="3999547"/>
                <a:chExt cx="313848" cy="181546"/>
              </a:xfrm>
            </p:grpSpPr>
            <p:sp>
              <p:nvSpPr>
                <p:cNvPr id="450" name="Google Shape;450;p16"/>
                <p:cNvSpPr/>
                <p:nvPr/>
              </p:nvSpPr>
              <p:spPr>
                <a:xfrm>
                  <a:off x="10776489" y="3999547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1" name="Google Shape;451;p16"/>
                <p:cNvSpPr/>
                <p:nvPr/>
              </p:nvSpPr>
              <p:spPr>
                <a:xfrm>
                  <a:off x="10776489" y="4052887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2" name="Google Shape;452;p16"/>
                <p:cNvSpPr/>
                <p:nvPr/>
              </p:nvSpPr>
              <p:spPr>
                <a:xfrm>
                  <a:off x="10776489" y="4106322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3" name="Google Shape;453;p16"/>
                <p:cNvSpPr/>
                <p:nvPr/>
              </p:nvSpPr>
              <p:spPr>
                <a:xfrm>
                  <a:off x="10776489" y="4159662"/>
                  <a:ext cx="184689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689" h="21431" extrusionOk="0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54" name="Google Shape;454;p16"/>
              <p:cNvSpPr/>
              <p:nvPr/>
            </p:nvSpPr>
            <p:spPr>
              <a:xfrm>
                <a:off x="11039951" y="3528536"/>
                <a:ext cx="112584" cy="112585"/>
              </a:xfrm>
              <a:custGeom>
                <a:avLst/>
                <a:gdLst/>
                <a:ahLst/>
                <a:cxnLst/>
                <a:rect l="l" t="t" r="r" b="b"/>
                <a:pathLst>
                  <a:path w="112584" h="112585" extrusionOk="0">
                    <a:moveTo>
                      <a:pt x="112585" y="112585"/>
                    </a:moveTo>
                    <a:lnTo>
                      <a:pt x="0" y="112585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0" y="68580"/>
                      <a:pt x="112585" y="112585"/>
                    </a:cubicBezTo>
                    <a:lnTo>
                      <a:pt x="112585" y="11258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55" name="Google Shape;455;p16"/>
            <p:cNvGrpSpPr/>
            <p:nvPr/>
          </p:nvGrpSpPr>
          <p:grpSpPr>
            <a:xfrm>
              <a:off x="10572463" y="3657790"/>
              <a:ext cx="438817" cy="746569"/>
              <a:chOff x="10572463" y="3657790"/>
              <a:chExt cx="438817" cy="746569"/>
            </a:xfrm>
          </p:grpSpPr>
          <p:sp>
            <p:nvSpPr>
              <p:cNvPr id="456" name="Google Shape;456;p16"/>
              <p:cNvSpPr/>
              <p:nvPr/>
            </p:nvSpPr>
            <p:spPr>
              <a:xfrm>
                <a:off x="10572463" y="3657790"/>
                <a:ext cx="438817" cy="746569"/>
              </a:xfrm>
              <a:custGeom>
                <a:avLst/>
                <a:gdLst/>
                <a:ahLst/>
                <a:cxnLst/>
                <a:rect l="l" t="t" r="r" b="b"/>
                <a:pathLst>
                  <a:path w="438817" h="746569" extrusionOk="0">
                    <a:moveTo>
                      <a:pt x="438722" y="746570"/>
                    </a:moveTo>
                    <a:lnTo>
                      <a:pt x="0" y="746570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2" y="68580"/>
                      <a:pt x="438817" y="112586"/>
                    </a:cubicBezTo>
                    <a:lnTo>
                      <a:pt x="438817" y="74657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57" name="Google Shape;457;p16"/>
              <p:cNvGrpSpPr/>
              <p:nvPr/>
            </p:nvGrpSpPr>
            <p:grpSpPr>
              <a:xfrm>
                <a:off x="10635138" y="3754469"/>
                <a:ext cx="313848" cy="288321"/>
                <a:chOff x="10635138" y="3754469"/>
                <a:chExt cx="313848" cy="288321"/>
              </a:xfrm>
            </p:grpSpPr>
            <p:sp>
              <p:nvSpPr>
                <p:cNvPr id="458" name="Google Shape;458;p16"/>
                <p:cNvSpPr/>
                <p:nvPr/>
              </p:nvSpPr>
              <p:spPr>
                <a:xfrm>
                  <a:off x="10635138" y="3754469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9" name="Google Shape;459;p16"/>
                <p:cNvSpPr/>
                <p:nvPr/>
              </p:nvSpPr>
              <p:spPr>
                <a:xfrm>
                  <a:off x="10635138" y="3807904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0" name="Google Shape;460;p16"/>
                <p:cNvSpPr/>
                <p:nvPr/>
              </p:nvSpPr>
              <p:spPr>
                <a:xfrm>
                  <a:off x="10635138" y="3861244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1" name="Google Shape;461;p16"/>
                <p:cNvSpPr/>
                <p:nvPr/>
              </p:nvSpPr>
              <p:spPr>
                <a:xfrm>
                  <a:off x="10635138" y="3914584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2" name="Google Shape;462;p16"/>
                <p:cNvSpPr/>
                <p:nvPr/>
              </p:nvSpPr>
              <p:spPr>
                <a:xfrm>
                  <a:off x="10635138" y="3968019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3" name="Google Shape;463;p16"/>
                <p:cNvSpPr/>
                <p:nvPr/>
              </p:nvSpPr>
              <p:spPr>
                <a:xfrm>
                  <a:off x="10635138" y="4021359"/>
                  <a:ext cx="184689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689" h="21431" extrusionOk="0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64" name="Google Shape;464;p16"/>
              <p:cNvGrpSpPr/>
              <p:nvPr/>
            </p:nvGrpSpPr>
            <p:grpSpPr>
              <a:xfrm>
                <a:off x="10635138" y="4128801"/>
                <a:ext cx="313848" cy="181547"/>
                <a:chOff x="10635138" y="4128801"/>
                <a:chExt cx="313848" cy="181547"/>
              </a:xfrm>
            </p:grpSpPr>
            <p:sp>
              <p:nvSpPr>
                <p:cNvPr id="465" name="Google Shape;465;p16"/>
                <p:cNvSpPr/>
                <p:nvPr/>
              </p:nvSpPr>
              <p:spPr>
                <a:xfrm>
                  <a:off x="10635138" y="4128801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6" name="Google Shape;466;p16"/>
                <p:cNvSpPr/>
                <p:nvPr/>
              </p:nvSpPr>
              <p:spPr>
                <a:xfrm>
                  <a:off x="10635138" y="4182141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7" name="Google Shape;467;p16"/>
                <p:cNvSpPr/>
                <p:nvPr/>
              </p:nvSpPr>
              <p:spPr>
                <a:xfrm>
                  <a:off x="10635138" y="4235481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8" name="Google Shape;468;p16"/>
                <p:cNvSpPr/>
                <p:nvPr/>
              </p:nvSpPr>
              <p:spPr>
                <a:xfrm>
                  <a:off x="10635138" y="4288917"/>
                  <a:ext cx="184689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689" h="21431" extrusionOk="0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69" name="Google Shape;469;p16"/>
              <p:cNvSpPr/>
              <p:nvPr/>
            </p:nvSpPr>
            <p:spPr>
              <a:xfrm>
                <a:off x="10898599" y="3657790"/>
                <a:ext cx="112586" cy="112585"/>
              </a:xfrm>
              <a:custGeom>
                <a:avLst/>
                <a:gdLst/>
                <a:ahLst/>
                <a:cxnLst/>
                <a:rect l="l" t="t" r="r" b="b"/>
                <a:pathLst>
                  <a:path w="112586" h="112585" extrusionOk="0">
                    <a:moveTo>
                      <a:pt x="112586" y="112586"/>
                    </a:moveTo>
                    <a:lnTo>
                      <a:pt x="0" y="112586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1" y="68580"/>
                      <a:pt x="112586" y="112586"/>
                    </a:cubicBezTo>
                    <a:lnTo>
                      <a:pt x="112586" y="112586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70" name="Google Shape;470;p16"/>
          <p:cNvGrpSpPr/>
          <p:nvPr/>
        </p:nvGrpSpPr>
        <p:grpSpPr>
          <a:xfrm>
            <a:off x="413158" y="948817"/>
            <a:ext cx="24263" cy="324329"/>
            <a:chOff x="10809827" y="4402455"/>
            <a:chExt cx="24764" cy="330993"/>
          </a:xfrm>
        </p:grpSpPr>
        <p:sp>
          <p:nvSpPr>
            <p:cNvPr id="471" name="Google Shape;471;p16"/>
            <p:cNvSpPr/>
            <p:nvPr/>
          </p:nvSpPr>
          <p:spPr>
            <a:xfrm>
              <a:off x="10822209" y="4414266"/>
              <a:ext cx="9525" cy="307467"/>
            </a:xfrm>
            <a:custGeom>
              <a:avLst/>
              <a:gdLst/>
              <a:ahLst/>
              <a:cxnLst/>
              <a:rect l="l" t="t" r="r" b="b"/>
              <a:pathLst>
                <a:path w="9525" h="307467" extrusionOk="0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w="10950" cap="flat" cmpd="sng">
              <a:solidFill>
                <a:schemeClr val="accent4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2" name="Google Shape;472;p16"/>
            <p:cNvSpPr/>
            <p:nvPr/>
          </p:nvSpPr>
          <p:spPr>
            <a:xfrm>
              <a:off x="10809827" y="4708683"/>
              <a:ext cx="24764" cy="24765"/>
            </a:xfrm>
            <a:custGeom>
              <a:avLst/>
              <a:gdLst/>
              <a:ahLst/>
              <a:cxnLst/>
              <a:rect l="l" t="t" r="r" b="b"/>
              <a:pathLst>
                <a:path w="24764" h="24765" extrusionOk="0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3" name="Google Shape;473;p16"/>
            <p:cNvSpPr/>
            <p:nvPr/>
          </p:nvSpPr>
          <p:spPr>
            <a:xfrm>
              <a:off x="10809827" y="4402455"/>
              <a:ext cx="24764" cy="24764"/>
            </a:xfrm>
            <a:custGeom>
              <a:avLst/>
              <a:gdLst/>
              <a:ahLst/>
              <a:cxnLst/>
              <a:rect l="l" t="t" r="r" b="b"/>
              <a:pathLst>
                <a:path w="24764" h="24764" extrusionOk="0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74" name="Google Shape;474;p16"/>
          <p:cNvGrpSpPr/>
          <p:nvPr/>
        </p:nvGrpSpPr>
        <p:grpSpPr>
          <a:xfrm>
            <a:off x="11228859" y="1393447"/>
            <a:ext cx="528091" cy="956911"/>
            <a:chOff x="1945386" y="5582316"/>
            <a:chExt cx="470725" cy="852963"/>
          </a:xfrm>
        </p:grpSpPr>
        <p:grpSp>
          <p:nvGrpSpPr>
            <p:cNvPr id="475" name="Google Shape;475;p16"/>
            <p:cNvGrpSpPr/>
            <p:nvPr/>
          </p:nvGrpSpPr>
          <p:grpSpPr>
            <a:xfrm>
              <a:off x="1945386" y="5582316"/>
              <a:ext cx="470725" cy="852963"/>
              <a:chOff x="1945386" y="5582316"/>
              <a:chExt cx="470725" cy="852963"/>
            </a:xfrm>
          </p:grpSpPr>
          <p:sp>
            <p:nvSpPr>
              <p:cNvPr id="476" name="Google Shape;476;p16"/>
              <p:cNvSpPr/>
              <p:nvPr/>
            </p:nvSpPr>
            <p:spPr>
              <a:xfrm>
                <a:off x="1945386" y="5582316"/>
                <a:ext cx="470725" cy="852963"/>
              </a:xfrm>
              <a:custGeom>
                <a:avLst/>
                <a:gdLst/>
                <a:ahLst/>
                <a:cxnLst/>
                <a:rect l="l" t="t" r="r" b="b"/>
                <a:pathLst>
                  <a:path w="470725" h="852963" extrusionOk="0">
                    <a:moveTo>
                      <a:pt x="435388" y="0"/>
                    </a:moveTo>
                    <a:cubicBezTo>
                      <a:pt x="454904" y="0"/>
                      <a:pt x="470726" y="15821"/>
                      <a:pt x="470726" y="35338"/>
                    </a:cubicBezTo>
                    <a:lnTo>
                      <a:pt x="470726" y="817626"/>
                    </a:lnTo>
                    <a:cubicBezTo>
                      <a:pt x="470726" y="837143"/>
                      <a:pt x="454904" y="852964"/>
                      <a:pt x="435388" y="852964"/>
                    </a:cubicBezTo>
                    <a:lnTo>
                      <a:pt x="35338" y="852964"/>
                    </a:lnTo>
                    <a:cubicBezTo>
                      <a:pt x="15821" y="852964"/>
                      <a:pt x="0" y="837143"/>
                      <a:pt x="0" y="817626"/>
                    </a:cubicBezTo>
                    <a:lnTo>
                      <a:pt x="0" y="35338"/>
                    </a:lnTo>
                    <a:cubicBezTo>
                      <a:pt x="0" y="15822"/>
                      <a:pt x="15821" y="0"/>
                      <a:pt x="3533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7" name="Google Shape;477;p16"/>
              <p:cNvSpPr/>
              <p:nvPr/>
            </p:nvSpPr>
            <p:spPr>
              <a:xfrm>
                <a:off x="1965864" y="5625846"/>
                <a:ext cx="429577" cy="699420"/>
              </a:xfrm>
              <a:custGeom>
                <a:avLst/>
                <a:gdLst/>
                <a:ahLst/>
                <a:cxnLst/>
                <a:rect l="l" t="t" r="r" b="b"/>
                <a:pathLst>
                  <a:path w="429577" h="699420" extrusionOk="0">
                    <a:moveTo>
                      <a:pt x="0" y="0"/>
                    </a:moveTo>
                    <a:lnTo>
                      <a:pt x="429578" y="0"/>
                    </a:lnTo>
                    <a:lnTo>
                      <a:pt x="429578" y="699421"/>
                    </a:lnTo>
                    <a:lnTo>
                      <a:pt x="0" y="69942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78" name="Google Shape;478;p16"/>
            <p:cNvSpPr/>
            <p:nvPr/>
          </p:nvSpPr>
          <p:spPr>
            <a:xfrm>
              <a:off x="1986438" y="6371462"/>
              <a:ext cx="388334" cy="32194"/>
            </a:xfrm>
            <a:custGeom>
              <a:avLst/>
              <a:gdLst/>
              <a:ahLst/>
              <a:cxnLst/>
              <a:rect l="l" t="t" r="r" b="b"/>
              <a:pathLst>
                <a:path w="388334" h="32194" extrusionOk="0">
                  <a:moveTo>
                    <a:pt x="88011" y="0"/>
                  </a:moveTo>
                  <a:lnTo>
                    <a:pt x="16097" y="0"/>
                  </a:lnTo>
                  <a:cubicBezTo>
                    <a:pt x="7239" y="0"/>
                    <a:pt x="0" y="7239"/>
                    <a:pt x="0" y="16097"/>
                  </a:cubicBezTo>
                  <a:cubicBezTo>
                    <a:pt x="0" y="24955"/>
                    <a:pt x="7239" y="32195"/>
                    <a:pt x="16097" y="32195"/>
                  </a:cubicBezTo>
                  <a:lnTo>
                    <a:pt x="88011" y="32195"/>
                  </a:lnTo>
                  <a:cubicBezTo>
                    <a:pt x="96869" y="32195"/>
                    <a:pt x="104108" y="24955"/>
                    <a:pt x="104108" y="16097"/>
                  </a:cubicBezTo>
                  <a:cubicBezTo>
                    <a:pt x="104108" y="7239"/>
                    <a:pt x="96869" y="0"/>
                    <a:pt x="88011" y="0"/>
                  </a:cubicBezTo>
                  <a:close/>
                  <a:moveTo>
                    <a:pt x="230124" y="0"/>
                  </a:moveTo>
                  <a:lnTo>
                    <a:pt x="158210" y="0"/>
                  </a:lnTo>
                  <a:cubicBezTo>
                    <a:pt x="149352" y="0"/>
                    <a:pt x="142113" y="7239"/>
                    <a:pt x="142113" y="16097"/>
                  </a:cubicBezTo>
                  <a:cubicBezTo>
                    <a:pt x="142113" y="24955"/>
                    <a:pt x="149352" y="32195"/>
                    <a:pt x="158210" y="32195"/>
                  </a:cubicBezTo>
                  <a:lnTo>
                    <a:pt x="230124" y="32195"/>
                  </a:lnTo>
                  <a:cubicBezTo>
                    <a:pt x="238982" y="32195"/>
                    <a:pt x="246221" y="24955"/>
                    <a:pt x="246221" y="16097"/>
                  </a:cubicBezTo>
                  <a:cubicBezTo>
                    <a:pt x="246221" y="7239"/>
                    <a:pt x="238982" y="0"/>
                    <a:pt x="230124" y="0"/>
                  </a:cubicBezTo>
                  <a:close/>
                  <a:moveTo>
                    <a:pt x="372237" y="0"/>
                  </a:moveTo>
                  <a:lnTo>
                    <a:pt x="300323" y="0"/>
                  </a:lnTo>
                  <a:cubicBezTo>
                    <a:pt x="291465" y="0"/>
                    <a:pt x="284226" y="7239"/>
                    <a:pt x="284226" y="16097"/>
                  </a:cubicBezTo>
                  <a:cubicBezTo>
                    <a:pt x="284226" y="24955"/>
                    <a:pt x="291465" y="32195"/>
                    <a:pt x="300323" y="32195"/>
                  </a:cubicBezTo>
                  <a:lnTo>
                    <a:pt x="372237" y="32195"/>
                  </a:lnTo>
                  <a:cubicBezTo>
                    <a:pt x="381095" y="32195"/>
                    <a:pt x="388334" y="24955"/>
                    <a:pt x="388334" y="16097"/>
                  </a:cubicBezTo>
                  <a:cubicBezTo>
                    <a:pt x="388334" y="7239"/>
                    <a:pt x="381095" y="0"/>
                    <a:pt x="3722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79" name="Google Shape;479;p16"/>
          <p:cNvGrpSpPr/>
          <p:nvPr/>
        </p:nvGrpSpPr>
        <p:grpSpPr>
          <a:xfrm>
            <a:off x="10784927" y="76990"/>
            <a:ext cx="1415972" cy="745332"/>
            <a:chOff x="3859815" y="2867310"/>
            <a:chExt cx="1262157" cy="664368"/>
          </a:xfrm>
        </p:grpSpPr>
        <p:sp>
          <p:nvSpPr>
            <p:cNvPr id="480" name="Google Shape;480;p16"/>
            <p:cNvSpPr/>
            <p:nvPr/>
          </p:nvSpPr>
          <p:spPr>
            <a:xfrm>
              <a:off x="3859815" y="2867310"/>
              <a:ext cx="1262157" cy="664368"/>
            </a:xfrm>
            <a:custGeom>
              <a:avLst/>
              <a:gdLst/>
              <a:ahLst/>
              <a:cxnLst/>
              <a:rect l="l" t="t" r="r" b="b"/>
              <a:pathLst>
                <a:path w="1262157" h="664368" extrusionOk="0">
                  <a:moveTo>
                    <a:pt x="1102233" y="344424"/>
                  </a:moveTo>
                  <a:cubicBezTo>
                    <a:pt x="1090231" y="344424"/>
                    <a:pt x="1078611" y="345757"/>
                    <a:pt x="1067372" y="348234"/>
                  </a:cubicBezTo>
                  <a:cubicBezTo>
                    <a:pt x="1048131" y="223838"/>
                    <a:pt x="945166" y="127159"/>
                    <a:pt x="817816" y="117348"/>
                  </a:cubicBezTo>
                  <a:cubicBezTo>
                    <a:pt x="756856" y="45625"/>
                    <a:pt x="666083" y="0"/>
                    <a:pt x="564547" y="0"/>
                  </a:cubicBezTo>
                  <a:cubicBezTo>
                    <a:pt x="398526" y="0"/>
                    <a:pt x="260890" y="121825"/>
                    <a:pt x="236220" y="280988"/>
                  </a:cubicBezTo>
                  <a:cubicBezTo>
                    <a:pt x="222599" y="277939"/>
                    <a:pt x="208502" y="276320"/>
                    <a:pt x="194024" y="276320"/>
                  </a:cubicBezTo>
                  <a:cubicBezTo>
                    <a:pt x="86868" y="276320"/>
                    <a:pt x="0" y="363188"/>
                    <a:pt x="0" y="470345"/>
                  </a:cubicBezTo>
                  <a:cubicBezTo>
                    <a:pt x="0" y="577501"/>
                    <a:pt x="86868" y="664369"/>
                    <a:pt x="194024" y="664369"/>
                  </a:cubicBezTo>
                  <a:lnTo>
                    <a:pt x="1102138" y="664369"/>
                  </a:lnTo>
                  <a:cubicBezTo>
                    <a:pt x="1190530" y="664369"/>
                    <a:pt x="1262158" y="592741"/>
                    <a:pt x="1262158" y="504349"/>
                  </a:cubicBezTo>
                  <a:cubicBezTo>
                    <a:pt x="1262158" y="415957"/>
                    <a:pt x="1190530" y="344329"/>
                    <a:pt x="1102138" y="344329"/>
                  </a:cubicBezTo>
                  <a:close/>
                </a:path>
              </a:pathLst>
            </a:custGeom>
            <a:solidFill>
              <a:srgbClr val="42444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81" name="Google Shape;481;p16"/>
            <p:cNvGrpSpPr/>
            <p:nvPr/>
          </p:nvGrpSpPr>
          <p:grpSpPr>
            <a:xfrm>
              <a:off x="4275677" y="3065525"/>
              <a:ext cx="334517" cy="380047"/>
              <a:chOff x="4275677" y="3065525"/>
              <a:chExt cx="334517" cy="380047"/>
            </a:xfrm>
          </p:grpSpPr>
          <p:grpSp>
            <p:nvGrpSpPr>
              <p:cNvPr id="482" name="Google Shape;482;p16"/>
              <p:cNvGrpSpPr/>
              <p:nvPr/>
            </p:nvGrpSpPr>
            <p:grpSpPr>
              <a:xfrm>
                <a:off x="4275677" y="3065525"/>
                <a:ext cx="334517" cy="380047"/>
                <a:chOff x="4275677" y="3065525"/>
                <a:chExt cx="334517" cy="380047"/>
              </a:xfrm>
            </p:grpSpPr>
            <p:grpSp>
              <p:nvGrpSpPr>
                <p:cNvPr id="483" name="Google Shape;483;p16"/>
                <p:cNvGrpSpPr/>
                <p:nvPr/>
              </p:nvGrpSpPr>
              <p:grpSpPr>
                <a:xfrm>
                  <a:off x="4275677" y="3301269"/>
                  <a:ext cx="334422" cy="144303"/>
                  <a:chOff x="4275677" y="3301269"/>
                  <a:chExt cx="334422" cy="144303"/>
                </a:xfrm>
              </p:grpSpPr>
              <p:sp>
                <p:nvSpPr>
                  <p:cNvPr id="484" name="Google Shape;484;p16"/>
                  <p:cNvSpPr/>
                  <p:nvPr/>
                </p:nvSpPr>
                <p:spPr>
                  <a:xfrm>
                    <a:off x="4275677" y="3331654"/>
                    <a:ext cx="334422" cy="113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422" h="113918" extrusionOk="0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85" name="Google Shape;485;p16"/>
                  <p:cNvSpPr/>
                  <p:nvPr/>
                </p:nvSpPr>
                <p:spPr>
                  <a:xfrm>
                    <a:off x="4275772" y="3301269"/>
                    <a:ext cx="334327" cy="60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327" h="60769" extrusionOk="0">
                        <a:moveTo>
                          <a:pt x="334328" y="30385"/>
                        </a:moveTo>
                        <a:cubicBezTo>
                          <a:pt x="334328" y="47166"/>
                          <a:pt x="259486" y="60770"/>
                          <a:pt x="167164" y="60770"/>
                        </a:cubicBezTo>
                        <a:cubicBezTo>
                          <a:pt x="74842" y="60770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86" name="Google Shape;486;p16"/>
                <p:cNvGrpSpPr/>
                <p:nvPr/>
              </p:nvGrpSpPr>
              <p:grpSpPr>
                <a:xfrm>
                  <a:off x="4275677" y="3183350"/>
                  <a:ext cx="334422" cy="144302"/>
                  <a:chOff x="4275677" y="3183350"/>
                  <a:chExt cx="334422" cy="144302"/>
                </a:xfrm>
              </p:grpSpPr>
              <p:sp>
                <p:nvSpPr>
                  <p:cNvPr id="487" name="Google Shape;487;p16"/>
                  <p:cNvSpPr/>
                  <p:nvPr/>
                </p:nvSpPr>
                <p:spPr>
                  <a:xfrm>
                    <a:off x="4275677" y="3213734"/>
                    <a:ext cx="334422" cy="113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422" h="113918" extrusionOk="0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88" name="Google Shape;488;p16"/>
                  <p:cNvSpPr/>
                  <p:nvPr/>
                </p:nvSpPr>
                <p:spPr>
                  <a:xfrm>
                    <a:off x="4275772" y="3183350"/>
                    <a:ext cx="334327" cy="60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327" h="60769" extrusionOk="0">
                        <a:moveTo>
                          <a:pt x="334328" y="30385"/>
                        </a:moveTo>
                        <a:cubicBezTo>
                          <a:pt x="334328" y="47166"/>
                          <a:pt x="259486" y="60769"/>
                          <a:pt x="167164" y="60769"/>
                        </a:cubicBezTo>
                        <a:cubicBezTo>
                          <a:pt x="74842" y="60769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89" name="Google Shape;489;p16"/>
                <p:cNvGrpSpPr/>
                <p:nvPr/>
              </p:nvGrpSpPr>
              <p:grpSpPr>
                <a:xfrm>
                  <a:off x="4275677" y="3065525"/>
                  <a:ext cx="334517" cy="144303"/>
                  <a:chOff x="4275677" y="3065525"/>
                  <a:chExt cx="334517" cy="144303"/>
                </a:xfrm>
              </p:grpSpPr>
              <p:sp>
                <p:nvSpPr>
                  <p:cNvPr id="490" name="Google Shape;490;p16"/>
                  <p:cNvSpPr/>
                  <p:nvPr/>
                </p:nvSpPr>
                <p:spPr>
                  <a:xfrm>
                    <a:off x="4275677" y="3095910"/>
                    <a:ext cx="334422" cy="113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422" h="113918" extrusionOk="0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91" name="Google Shape;491;p16"/>
                  <p:cNvSpPr/>
                  <p:nvPr/>
                </p:nvSpPr>
                <p:spPr>
                  <a:xfrm>
                    <a:off x="4275867" y="3065525"/>
                    <a:ext cx="334327" cy="60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327" h="60769" extrusionOk="0">
                        <a:moveTo>
                          <a:pt x="334328" y="30385"/>
                        </a:moveTo>
                        <a:cubicBezTo>
                          <a:pt x="334328" y="47149"/>
                          <a:pt x="259461" y="60770"/>
                          <a:pt x="167164" y="60770"/>
                        </a:cubicBezTo>
                        <a:cubicBezTo>
                          <a:pt x="74866" y="60770"/>
                          <a:pt x="0" y="47149"/>
                          <a:pt x="0" y="30385"/>
                        </a:cubicBezTo>
                        <a:cubicBezTo>
                          <a:pt x="0" y="13621"/>
                          <a:pt x="74866" y="0"/>
                          <a:pt x="167164" y="0"/>
                        </a:cubicBezTo>
                        <a:cubicBezTo>
                          <a:pt x="259461" y="0"/>
                          <a:pt x="334328" y="13621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492" name="Google Shape;492;p16"/>
              <p:cNvSpPr/>
              <p:nvPr/>
            </p:nvSpPr>
            <p:spPr>
              <a:xfrm>
                <a:off x="4529994" y="3140487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2"/>
                      <a:pt x="8572" y="0"/>
                      <a:pt x="19050" y="0"/>
                    </a:cubicBezTo>
                    <a:cubicBezTo>
                      <a:pt x="29528" y="0"/>
                      <a:pt x="38100" y="8572"/>
                      <a:pt x="38100" y="19050"/>
                    </a:cubicBezTo>
                    <a:close/>
                  </a:path>
                </a:pathLst>
              </a:custGeom>
              <a:solidFill>
                <a:srgbClr val="55C0E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3" name="Google Shape;493;p16"/>
              <p:cNvSpPr/>
              <p:nvPr/>
            </p:nvSpPr>
            <p:spPr>
              <a:xfrm>
                <a:off x="4529994" y="3256216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4" name="Google Shape;494;p16"/>
              <p:cNvSpPr/>
              <p:nvPr/>
            </p:nvSpPr>
            <p:spPr>
              <a:xfrm>
                <a:off x="4529994" y="3377088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95" name="Google Shape;495;p16"/>
          <p:cNvGrpSpPr/>
          <p:nvPr/>
        </p:nvGrpSpPr>
        <p:grpSpPr>
          <a:xfrm>
            <a:off x="11442984" y="815757"/>
            <a:ext cx="44165" cy="590403"/>
            <a:chOff x="10809827" y="4402455"/>
            <a:chExt cx="24764" cy="330993"/>
          </a:xfrm>
        </p:grpSpPr>
        <p:sp>
          <p:nvSpPr>
            <p:cNvPr id="496" name="Google Shape;496;p16"/>
            <p:cNvSpPr/>
            <p:nvPr/>
          </p:nvSpPr>
          <p:spPr>
            <a:xfrm>
              <a:off x="10822209" y="4414266"/>
              <a:ext cx="9525" cy="307467"/>
            </a:xfrm>
            <a:custGeom>
              <a:avLst/>
              <a:gdLst/>
              <a:ahLst/>
              <a:cxnLst/>
              <a:rect l="l" t="t" r="r" b="b"/>
              <a:pathLst>
                <a:path w="9525" h="307467" extrusionOk="0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w="10950" cap="flat" cmpd="sng">
              <a:solidFill>
                <a:schemeClr val="accent4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7" name="Google Shape;497;p16"/>
            <p:cNvSpPr/>
            <p:nvPr/>
          </p:nvSpPr>
          <p:spPr>
            <a:xfrm>
              <a:off x="10809827" y="4708683"/>
              <a:ext cx="24764" cy="24765"/>
            </a:xfrm>
            <a:custGeom>
              <a:avLst/>
              <a:gdLst/>
              <a:ahLst/>
              <a:cxnLst/>
              <a:rect l="l" t="t" r="r" b="b"/>
              <a:pathLst>
                <a:path w="24764" h="24765" extrusionOk="0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8" name="Google Shape;498;p16"/>
            <p:cNvSpPr/>
            <p:nvPr/>
          </p:nvSpPr>
          <p:spPr>
            <a:xfrm>
              <a:off x="10809827" y="4402455"/>
              <a:ext cx="24764" cy="24764"/>
            </a:xfrm>
            <a:custGeom>
              <a:avLst/>
              <a:gdLst/>
              <a:ahLst/>
              <a:cxnLst/>
              <a:rect l="l" t="t" r="r" b="b"/>
              <a:pathLst>
                <a:path w="24764" h="24764" extrusionOk="0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461036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17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501" name="Google Shape;501;p17"/>
          <p:cNvSpPr txBox="1">
            <a:spLocks noGrp="1"/>
          </p:cNvSpPr>
          <p:nvPr>
            <p:ph type="subTitle" idx="1"/>
          </p:nvPr>
        </p:nvSpPr>
        <p:spPr>
          <a:xfrm>
            <a:off x="1670967" y="2738267"/>
            <a:ext cx="3748000" cy="13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502" name="Google Shape;502;p17"/>
          <p:cNvSpPr txBox="1">
            <a:spLocks noGrp="1"/>
          </p:cNvSpPr>
          <p:nvPr>
            <p:ph type="subTitle" idx="2"/>
          </p:nvPr>
        </p:nvSpPr>
        <p:spPr>
          <a:xfrm>
            <a:off x="6773035" y="2738267"/>
            <a:ext cx="3748000" cy="13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503" name="Google Shape;503;p17"/>
          <p:cNvSpPr txBox="1">
            <a:spLocks noGrp="1"/>
          </p:cNvSpPr>
          <p:nvPr>
            <p:ph type="subTitle" idx="3"/>
          </p:nvPr>
        </p:nvSpPr>
        <p:spPr>
          <a:xfrm>
            <a:off x="1670967" y="4753733"/>
            <a:ext cx="3748000" cy="13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504" name="Google Shape;504;p17"/>
          <p:cNvSpPr txBox="1">
            <a:spLocks noGrp="1"/>
          </p:cNvSpPr>
          <p:nvPr>
            <p:ph type="subTitle" idx="4"/>
          </p:nvPr>
        </p:nvSpPr>
        <p:spPr>
          <a:xfrm>
            <a:off x="6773035" y="4753733"/>
            <a:ext cx="3748000" cy="13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505" name="Google Shape;505;p17"/>
          <p:cNvSpPr txBox="1">
            <a:spLocks noGrp="1"/>
          </p:cNvSpPr>
          <p:nvPr>
            <p:ph type="subTitle" idx="5"/>
          </p:nvPr>
        </p:nvSpPr>
        <p:spPr>
          <a:xfrm>
            <a:off x="1670967" y="1818000"/>
            <a:ext cx="3748000" cy="93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506" name="Google Shape;506;p17"/>
          <p:cNvSpPr txBox="1">
            <a:spLocks noGrp="1"/>
          </p:cNvSpPr>
          <p:nvPr>
            <p:ph type="subTitle" idx="6"/>
          </p:nvPr>
        </p:nvSpPr>
        <p:spPr>
          <a:xfrm>
            <a:off x="1670967" y="3833500"/>
            <a:ext cx="3748000" cy="93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507" name="Google Shape;507;p17"/>
          <p:cNvSpPr txBox="1">
            <a:spLocks noGrp="1"/>
          </p:cNvSpPr>
          <p:nvPr>
            <p:ph type="subTitle" idx="7"/>
          </p:nvPr>
        </p:nvSpPr>
        <p:spPr>
          <a:xfrm>
            <a:off x="6773000" y="1818000"/>
            <a:ext cx="3748000" cy="93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508" name="Google Shape;508;p17"/>
          <p:cNvSpPr txBox="1">
            <a:spLocks noGrp="1"/>
          </p:cNvSpPr>
          <p:nvPr>
            <p:ph type="subTitle" idx="8"/>
          </p:nvPr>
        </p:nvSpPr>
        <p:spPr>
          <a:xfrm>
            <a:off x="6773000" y="3833500"/>
            <a:ext cx="3748000" cy="93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509" name="Google Shape;509;p17"/>
          <p:cNvSpPr/>
          <p:nvPr/>
        </p:nvSpPr>
        <p:spPr>
          <a:xfrm rot="8819869" flipH="1">
            <a:off x="9380704" y="5244836"/>
            <a:ext cx="4211291" cy="3346189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10" name="Google Shape;510;p17"/>
          <p:cNvSpPr/>
          <p:nvPr/>
        </p:nvSpPr>
        <p:spPr>
          <a:xfrm rot="-3657034" flipH="1">
            <a:off x="-1781691" y="-1145245"/>
            <a:ext cx="3661360" cy="2562260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511" name="Google Shape;511;p17"/>
          <p:cNvGrpSpPr/>
          <p:nvPr/>
        </p:nvGrpSpPr>
        <p:grpSpPr>
          <a:xfrm>
            <a:off x="86755" y="5830726"/>
            <a:ext cx="1170877" cy="872709"/>
            <a:chOff x="1114425" y="4361211"/>
            <a:chExt cx="573023" cy="427101"/>
          </a:xfrm>
        </p:grpSpPr>
        <p:grpSp>
          <p:nvGrpSpPr>
            <p:cNvPr id="512" name="Google Shape;512;p17"/>
            <p:cNvGrpSpPr/>
            <p:nvPr/>
          </p:nvGrpSpPr>
          <p:grpSpPr>
            <a:xfrm>
              <a:off x="1114425" y="4361211"/>
              <a:ext cx="573023" cy="427101"/>
              <a:chOff x="1114425" y="4361211"/>
              <a:chExt cx="573023" cy="427101"/>
            </a:xfrm>
          </p:grpSpPr>
          <p:sp>
            <p:nvSpPr>
              <p:cNvPr id="513" name="Google Shape;513;p17"/>
              <p:cNvSpPr/>
              <p:nvPr/>
            </p:nvSpPr>
            <p:spPr>
              <a:xfrm>
                <a:off x="1241964" y="4361211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715"/>
                    </a:moveTo>
                    <a:lnTo>
                      <a:pt x="173450" y="42005"/>
                    </a:lnTo>
                    <a:cubicBezTo>
                      <a:pt x="178403" y="46958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35363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4" name="Google Shape;514;p17"/>
              <p:cNvSpPr/>
              <p:nvPr/>
            </p:nvSpPr>
            <p:spPr>
              <a:xfrm>
                <a:off x="1178242" y="4425029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42444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5" name="Google Shape;515;p17"/>
              <p:cNvSpPr/>
              <p:nvPr/>
            </p:nvSpPr>
            <p:spPr>
              <a:xfrm>
                <a:off x="1114425" y="4488846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811"/>
                    </a:cubicBezTo>
                    <a:close/>
                  </a:path>
                </a:pathLst>
              </a:custGeom>
              <a:solidFill>
                <a:srgbClr val="6F708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16" name="Google Shape;516;p17"/>
            <p:cNvSpPr/>
            <p:nvPr/>
          </p:nvSpPr>
          <p:spPr>
            <a:xfrm>
              <a:off x="1303210" y="4628965"/>
              <a:ext cx="68735" cy="82063"/>
            </a:xfrm>
            <a:custGeom>
              <a:avLst/>
              <a:gdLst/>
              <a:ahLst/>
              <a:cxnLst/>
              <a:rect l="l" t="t" r="r" b="b"/>
              <a:pathLst>
                <a:path w="68735" h="82063" extrusionOk="0">
                  <a:moveTo>
                    <a:pt x="0" y="6471"/>
                  </a:moveTo>
                  <a:lnTo>
                    <a:pt x="0" y="75527"/>
                  </a:lnTo>
                  <a:cubicBezTo>
                    <a:pt x="0" y="80575"/>
                    <a:pt x="5524" y="83719"/>
                    <a:pt x="9811" y="81147"/>
                  </a:cubicBezTo>
                  <a:lnTo>
                    <a:pt x="65532" y="48095"/>
                  </a:lnTo>
                  <a:cubicBezTo>
                    <a:pt x="69723" y="45619"/>
                    <a:pt x="69818" y="39618"/>
                    <a:pt x="65723" y="37046"/>
                  </a:cubicBezTo>
                  <a:lnTo>
                    <a:pt x="10001" y="1042"/>
                  </a:lnTo>
                  <a:cubicBezTo>
                    <a:pt x="5715" y="-1721"/>
                    <a:pt x="0" y="1327"/>
                    <a:pt x="0" y="647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17" name="Google Shape;517;p17"/>
          <p:cNvGrpSpPr/>
          <p:nvPr/>
        </p:nvGrpSpPr>
        <p:grpSpPr>
          <a:xfrm>
            <a:off x="10819960" y="355785"/>
            <a:ext cx="1106656" cy="1001184"/>
            <a:chOff x="8114596" y="445039"/>
            <a:chExt cx="633002" cy="572716"/>
          </a:xfrm>
        </p:grpSpPr>
        <p:grpSp>
          <p:nvGrpSpPr>
            <p:cNvPr id="518" name="Google Shape;518;p17"/>
            <p:cNvGrpSpPr/>
            <p:nvPr/>
          </p:nvGrpSpPr>
          <p:grpSpPr>
            <a:xfrm>
              <a:off x="8114596" y="445039"/>
              <a:ext cx="633002" cy="572716"/>
              <a:chOff x="7189660" y="520827"/>
              <a:chExt cx="598074" cy="541115"/>
            </a:xfrm>
          </p:grpSpPr>
          <p:sp>
            <p:nvSpPr>
              <p:cNvPr id="519" name="Google Shape;519;p17"/>
              <p:cNvSpPr/>
              <p:nvPr/>
            </p:nvSpPr>
            <p:spPr>
              <a:xfrm>
                <a:off x="7189660" y="520827"/>
                <a:ext cx="598074" cy="541115"/>
              </a:xfrm>
              <a:custGeom>
                <a:avLst/>
                <a:gdLst/>
                <a:ahLst/>
                <a:cxnLst/>
                <a:rect l="l" t="t" r="r" b="b"/>
                <a:pathLst>
                  <a:path w="598074" h="541115" extrusionOk="0">
                    <a:moveTo>
                      <a:pt x="557022" y="0"/>
                    </a:moveTo>
                    <a:cubicBezTo>
                      <a:pt x="579695" y="0"/>
                      <a:pt x="598075" y="18380"/>
                      <a:pt x="598075" y="41053"/>
                    </a:cubicBezTo>
                    <a:lnTo>
                      <a:pt x="598075" y="500063"/>
                    </a:lnTo>
                    <a:cubicBezTo>
                      <a:pt x="598075" y="522735"/>
                      <a:pt x="579695" y="541115"/>
                      <a:pt x="557022" y="541115"/>
                    </a:cubicBezTo>
                    <a:lnTo>
                      <a:pt x="41053" y="541115"/>
                    </a:lnTo>
                    <a:cubicBezTo>
                      <a:pt x="18380" y="541115"/>
                      <a:pt x="0" y="522735"/>
                      <a:pt x="0" y="500063"/>
                    </a:cubicBezTo>
                    <a:lnTo>
                      <a:pt x="0" y="41053"/>
                    </a:lnTo>
                    <a:cubicBezTo>
                      <a:pt x="0" y="18380"/>
                      <a:pt x="18380" y="0"/>
                      <a:pt x="410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20" name="Google Shape;520;p17"/>
              <p:cNvGrpSpPr/>
              <p:nvPr/>
            </p:nvGrpSpPr>
            <p:grpSpPr>
              <a:xfrm>
                <a:off x="7579137" y="551973"/>
                <a:ext cx="164782" cy="41529"/>
                <a:chOff x="7579137" y="551973"/>
                <a:chExt cx="164782" cy="41529"/>
              </a:xfrm>
            </p:grpSpPr>
            <p:sp>
              <p:nvSpPr>
                <p:cNvPr id="521" name="Google Shape;521;p17"/>
                <p:cNvSpPr/>
                <p:nvPr/>
              </p:nvSpPr>
              <p:spPr>
                <a:xfrm>
                  <a:off x="7702391" y="551973"/>
                  <a:ext cx="41528" cy="41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28" h="41529" extrusionOk="0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2" name="Google Shape;522;p17"/>
                <p:cNvSpPr/>
                <p:nvPr/>
              </p:nvSpPr>
              <p:spPr>
                <a:xfrm>
                  <a:off x="7640764" y="551973"/>
                  <a:ext cx="41528" cy="41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28" h="41529" extrusionOk="0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3" name="Google Shape;523;p17"/>
                <p:cNvSpPr/>
                <p:nvPr/>
              </p:nvSpPr>
              <p:spPr>
                <a:xfrm>
                  <a:off x="7579137" y="551973"/>
                  <a:ext cx="41528" cy="41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28" h="41529" extrusionOk="0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24" name="Google Shape;524;p17"/>
            <p:cNvGrpSpPr/>
            <p:nvPr/>
          </p:nvGrpSpPr>
          <p:grpSpPr>
            <a:xfrm>
              <a:off x="8184962" y="619646"/>
              <a:ext cx="498115" cy="257273"/>
              <a:chOff x="7256144" y="685800"/>
              <a:chExt cx="470630" cy="243077"/>
            </a:xfrm>
          </p:grpSpPr>
          <p:sp>
            <p:nvSpPr>
              <p:cNvPr id="525" name="Google Shape;525;p17"/>
              <p:cNvSpPr/>
              <p:nvPr/>
            </p:nvSpPr>
            <p:spPr>
              <a:xfrm>
                <a:off x="7256144" y="694753"/>
                <a:ext cx="218503" cy="218217"/>
              </a:xfrm>
              <a:custGeom>
                <a:avLst/>
                <a:gdLst/>
                <a:ahLst/>
                <a:cxnLst/>
                <a:rect l="l" t="t" r="r" b="b"/>
                <a:pathLst>
                  <a:path w="218503" h="218217" extrusionOk="0">
                    <a:moveTo>
                      <a:pt x="216598" y="129540"/>
                    </a:moveTo>
                    <a:cubicBezTo>
                      <a:pt x="217837" y="122968"/>
                      <a:pt x="218504" y="116110"/>
                      <a:pt x="218504" y="109156"/>
                    </a:cubicBezTo>
                    <a:cubicBezTo>
                      <a:pt x="218504" y="102203"/>
                      <a:pt x="217837" y="95440"/>
                      <a:pt x="216598" y="88773"/>
                    </a:cubicBezTo>
                    <a:lnTo>
                      <a:pt x="181261" y="88773"/>
                    </a:lnTo>
                    <a:cubicBezTo>
                      <a:pt x="179641" y="83058"/>
                      <a:pt x="177451" y="77724"/>
                      <a:pt x="174593" y="72676"/>
                    </a:cubicBezTo>
                    <a:lnTo>
                      <a:pt x="199549" y="47720"/>
                    </a:lnTo>
                    <a:cubicBezTo>
                      <a:pt x="191834" y="36385"/>
                      <a:pt x="182118" y="26670"/>
                      <a:pt x="170783" y="18955"/>
                    </a:cubicBezTo>
                    <a:lnTo>
                      <a:pt x="145732" y="44005"/>
                    </a:lnTo>
                    <a:cubicBezTo>
                      <a:pt x="140684" y="41148"/>
                      <a:pt x="135255" y="38957"/>
                      <a:pt x="129635" y="37338"/>
                    </a:cubicBezTo>
                    <a:lnTo>
                      <a:pt x="129635" y="1905"/>
                    </a:lnTo>
                    <a:cubicBezTo>
                      <a:pt x="123063" y="667"/>
                      <a:pt x="116205" y="0"/>
                      <a:pt x="109252" y="0"/>
                    </a:cubicBezTo>
                    <a:cubicBezTo>
                      <a:pt x="102298" y="0"/>
                      <a:pt x="95536" y="667"/>
                      <a:pt x="88868" y="1905"/>
                    </a:cubicBezTo>
                    <a:lnTo>
                      <a:pt x="88868" y="37338"/>
                    </a:lnTo>
                    <a:cubicBezTo>
                      <a:pt x="83154" y="38957"/>
                      <a:pt x="77819" y="41148"/>
                      <a:pt x="72771" y="44005"/>
                    </a:cubicBezTo>
                    <a:lnTo>
                      <a:pt x="47720" y="18955"/>
                    </a:lnTo>
                    <a:cubicBezTo>
                      <a:pt x="36386" y="26670"/>
                      <a:pt x="26670" y="36481"/>
                      <a:pt x="18955" y="47720"/>
                    </a:cubicBezTo>
                    <a:lnTo>
                      <a:pt x="43910" y="72676"/>
                    </a:lnTo>
                    <a:cubicBezTo>
                      <a:pt x="41053" y="77724"/>
                      <a:pt x="38862" y="83153"/>
                      <a:pt x="37243" y="88773"/>
                    </a:cubicBezTo>
                    <a:lnTo>
                      <a:pt x="1905" y="88773"/>
                    </a:lnTo>
                    <a:cubicBezTo>
                      <a:pt x="667" y="95345"/>
                      <a:pt x="0" y="102203"/>
                      <a:pt x="0" y="109156"/>
                    </a:cubicBezTo>
                    <a:cubicBezTo>
                      <a:pt x="0" y="116110"/>
                      <a:pt x="667" y="122873"/>
                      <a:pt x="1905" y="129540"/>
                    </a:cubicBezTo>
                    <a:lnTo>
                      <a:pt x="37243" y="129540"/>
                    </a:lnTo>
                    <a:cubicBezTo>
                      <a:pt x="38862" y="135255"/>
                      <a:pt x="41053" y="140589"/>
                      <a:pt x="43910" y="145637"/>
                    </a:cubicBezTo>
                    <a:lnTo>
                      <a:pt x="18955" y="170593"/>
                    </a:lnTo>
                    <a:cubicBezTo>
                      <a:pt x="26670" y="181928"/>
                      <a:pt x="36386" y="191643"/>
                      <a:pt x="47720" y="199358"/>
                    </a:cubicBezTo>
                    <a:lnTo>
                      <a:pt x="72771" y="174308"/>
                    </a:lnTo>
                    <a:cubicBezTo>
                      <a:pt x="77819" y="177165"/>
                      <a:pt x="83248" y="179356"/>
                      <a:pt x="88868" y="180975"/>
                    </a:cubicBezTo>
                    <a:lnTo>
                      <a:pt x="88868" y="216313"/>
                    </a:lnTo>
                    <a:cubicBezTo>
                      <a:pt x="95441" y="217551"/>
                      <a:pt x="102298" y="218218"/>
                      <a:pt x="109252" y="218218"/>
                    </a:cubicBezTo>
                    <a:cubicBezTo>
                      <a:pt x="116205" y="218218"/>
                      <a:pt x="122968" y="217551"/>
                      <a:pt x="129635" y="216313"/>
                    </a:cubicBezTo>
                    <a:lnTo>
                      <a:pt x="129635" y="180975"/>
                    </a:lnTo>
                    <a:cubicBezTo>
                      <a:pt x="135350" y="179356"/>
                      <a:pt x="140684" y="177070"/>
                      <a:pt x="145732" y="174308"/>
                    </a:cubicBezTo>
                    <a:lnTo>
                      <a:pt x="170783" y="199358"/>
                    </a:lnTo>
                    <a:cubicBezTo>
                      <a:pt x="182118" y="191643"/>
                      <a:pt x="191834" y="181928"/>
                      <a:pt x="199549" y="170593"/>
                    </a:cubicBezTo>
                    <a:lnTo>
                      <a:pt x="174593" y="145542"/>
                    </a:lnTo>
                    <a:cubicBezTo>
                      <a:pt x="177451" y="140494"/>
                      <a:pt x="179641" y="135064"/>
                      <a:pt x="181261" y="129445"/>
                    </a:cubicBezTo>
                    <a:lnTo>
                      <a:pt x="216598" y="129445"/>
                    </a:lnTo>
                    <a:close/>
                    <a:moveTo>
                      <a:pt x="109252" y="131255"/>
                    </a:moveTo>
                    <a:cubicBezTo>
                      <a:pt x="97060" y="131255"/>
                      <a:pt x="87249" y="121349"/>
                      <a:pt x="87249" y="109252"/>
                    </a:cubicBezTo>
                    <a:cubicBezTo>
                      <a:pt x="87249" y="97155"/>
                      <a:pt x="97155" y="87249"/>
                      <a:pt x="109252" y="87249"/>
                    </a:cubicBezTo>
                    <a:cubicBezTo>
                      <a:pt x="121348" y="87249"/>
                      <a:pt x="131255" y="97155"/>
                      <a:pt x="131255" y="109252"/>
                    </a:cubicBezTo>
                    <a:cubicBezTo>
                      <a:pt x="131255" y="121349"/>
                      <a:pt x="121348" y="131255"/>
                      <a:pt x="109252" y="13125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26" name="Google Shape;526;p17"/>
              <p:cNvGrpSpPr/>
              <p:nvPr/>
            </p:nvGrpSpPr>
            <p:grpSpPr>
              <a:xfrm>
                <a:off x="7512843" y="685800"/>
                <a:ext cx="213931" cy="243077"/>
                <a:chOff x="7512843" y="685800"/>
                <a:chExt cx="213931" cy="243077"/>
              </a:xfrm>
            </p:grpSpPr>
            <p:grpSp>
              <p:nvGrpSpPr>
                <p:cNvPr id="527" name="Google Shape;527;p17"/>
                <p:cNvGrpSpPr/>
                <p:nvPr/>
              </p:nvGrpSpPr>
              <p:grpSpPr>
                <a:xfrm>
                  <a:off x="7512843" y="836580"/>
                  <a:ext cx="213931" cy="92297"/>
                  <a:chOff x="7512843" y="836580"/>
                  <a:chExt cx="213931" cy="92297"/>
                </a:xfrm>
              </p:grpSpPr>
              <p:sp>
                <p:nvSpPr>
                  <p:cNvPr id="528" name="Google Shape;528;p17"/>
                  <p:cNvSpPr/>
                  <p:nvPr/>
                </p:nvSpPr>
                <p:spPr>
                  <a:xfrm>
                    <a:off x="7512843" y="856011"/>
                    <a:ext cx="213931" cy="728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72866" extrusionOk="0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29" name="Google Shape;529;p17"/>
                  <p:cNvSpPr/>
                  <p:nvPr/>
                </p:nvSpPr>
                <p:spPr>
                  <a:xfrm>
                    <a:off x="7512843" y="836580"/>
                    <a:ext cx="213931" cy="388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38861" extrusionOk="0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530" name="Google Shape;530;p17"/>
                <p:cNvGrpSpPr/>
                <p:nvPr/>
              </p:nvGrpSpPr>
              <p:grpSpPr>
                <a:xfrm>
                  <a:off x="7512843" y="761238"/>
                  <a:ext cx="213931" cy="92296"/>
                  <a:chOff x="7512843" y="761238"/>
                  <a:chExt cx="213931" cy="92296"/>
                </a:xfrm>
              </p:grpSpPr>
              <p:sp>
                <p:nvSpPr>
                  <p:cNvPr id="531" name="Google Shape;531;p17"/>
                  <p:cNvSpPr/>
                  <p:nvPr/>
                </p:nvSpPr>
                <p:spPr>
                  <a:xfrm>
                    <a:off x="7512843" y="780668"/>
                    <a:ext cx="213931" cy="728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72866" extrusionOk="0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32" name="Google Shape;532;p17"/>
                  <p:cNvSpPr/>
                  <p:nvPr/>
                </p:nvSpPr>
                <p:spPr>
                  <a:xfrm>
                    <a:off x="7512843" y="761238"/>
                    <a:ext cx="213931" cy="388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38861" extrusionOk="0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533" name="Google Shape;533;p17"/>
                <p:cNvGrpSpPr/>
                <p:nvPr/>
              </p:nvGrpSpPr>
              <p:grpSpPr>
                <a:xfrm>
                  <a:off x="7512843" y="685800"/>
                  <a:ext cx="213931" cy="92297"/>
                  <a:chOff x="7512843" y="685800"/>
                  <a:chExt cx="213931" cy="92297"/>
                </a:xfrm>
              </p:grpSpPr>
              <p:sp>
                <p:nvSpPr>
                  <p:cNvPr id="534" name="Google Shape;534;p17"/>
                  <p:cNvSpPr/>
                  <p:nvPr/>
                </p:nvSpPr>
                <p:spPr>
                  <a:xfrm>
                    <a:off x="7512843" y="705231"/>
                    <a:ext cx="213931" cy="728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72866" extrusionOk="0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8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8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35" name="Google Shape;535;p17"/>
                  <p:cNvSpPr/>
                  <p:nvPr/>
                </p:nvSpPr>
                <p:spPr>
                  <a:xfrm>
                    <a:off x="7512843" y="685800"/>
                    <a:ext cx="213931" cy="388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38861" extrusionOk="0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</p:spTree>
    <p:extLst>
      <p:ext uri="{BB962C8B-B14F-4D97-AF65-F5344CB8AC3E}">
        <p14:creationId xmlns:p14="http://schemas.microsoft.com/office/powerpoint/2010/main" val="21706351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18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538" name="Google Shape;538;p18"/>
          <p:cNvSpPr txBox="1">
            <a:spLocks noGrp="1"/>
          </p:cNvSpPr>
          <p:nvPr>
            <p:ph type="subTitle" idx="1"/>
          </p:nvPr>
        </p:nvSpPr>
        <p:spPr>
          <a:xfrm>
            <a:off x="965200" y="2280201"/>
            <a:ext cx="2648000" cy="14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539" name="Google Shape;539;p18"/>
          <p:cNvSpPr txBox="1">
            <a:spLocks noGrp="1"/>
          </p:cNvSpPr>
          <p:nvPr>
            <p:ph type="subTitle" idx="2"/>
          </p:nvPr>
        </p:nvSpPr>
        <p:spPr>
          <a:xfrm>
            <a:off x="4769525" y="2280215"/>
            <a:ext cx="2648000" cy="14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540" name="Google Shape;540;p18"/>
          <p:cNvSpPr txBox="1">
            <a:spLocks noGrp="1"/>
          </p:cNvSpPr>
          <p:nvPr>
            <p:ph type="subTitle" idx="3"/>
          </p:nvPr>
        </p:nvSpPr>
        <p:spPr>
          <a:xfrm>
            <a:off x="965200" y="4665067"/>
            <a:ext cx="2648000" cy="14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541" name="Google Shape;541;p18"/>
          <p:cNvSpPr txBox="1">
            <a:spLocks noGrp="1"/>
          </p:cNvSpPr>
          <p:nvPr>
            <p:ph type="subTitle" idx="4"/>
          </p:nvPr>
        </p:nvSpPr>
        <p:spPr>
          <a:xfrm>
            <a:off x="4769525" y="4665067"/>
            <a:ext cx="2648000" cy="14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542" name="Google Shape;542;p18"/>
          <p:cNvSpPr txBox="1">
            <a:spLocks noGrp="1"/>
          </p:cNvSpPr>
          <p:nvPr>
            <p:ph type="subTitle" idx="5"/>
          </p:nvPr>
        </p:nvSpPr>
        <p:spPr>
          <a:xfrm>
            <a:off x="8573851" y="2280215"/>
            <a:ext cx="2648000" cy="14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543" name="Google Shape;543;p18"/>
          <p:cNvSpPr txBox="1">
            <a:spLocks noGrp="1"/>
          </p:cNvSpPr>
          <p:nvPr>
            <p:ph type="subTitle" idx="6"/>
          </p:nvPr>
        </p:nvSpPr>
        <p:spPr>
          <a:xfrm>
            <a:off x="8573851" y="4665067"/>
            <a:ext cx="2648000" cy="14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544" name="Google Shape;544;p18"/>
          <p:cNvSpPr txBox="1">
            <a:spLocks noGrp="1"/>
          </p:cNvSpPr>
          <p:nvPr>
            <p:ph type="subTitle" idx="7"/>
          </p:nvPr>
        </p:nvSpPr>
        <p:spPr>
          <a:xfrm>
            <a:off x="975600" y="1413700"/>
            <a:ext cx="2637600" cy="87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545" name="Google Shape;545;p18"/>
          <p:cNvSpPr txBox="1">
            <a:spLocks noGrp="1"/>
          </p:cNvSpPr>
          <p:nvPr>
            <p:ph type="subTitle" idx="8"/>
          </p:nvPr>
        </p:nvSpPr>
        <p:spPr>
          <a:xfrm>
            <a:off x="4777325" y="1413712"/>
            <a:ext cx="2637600" cy="87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546" name="Google Shape;546;p18"/>
          <p:cNvSpPr txBox="1">
            <a:spLocks noGrp="1"/>
          </p:cNvSpPr>
          <p:nvPr>
            <p:ph type="subTitle" idx="9"/>
          </p:nvPr>
        </p:nvSpPr>
        <p:spPr>
          <a:xfrm>
            <a:off x="8579051" y="1413712"/>
            <a:ext cx="2637600" cy="87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547" name="Google Shape;547;p18"/>
          <p:cNvSpPr txBox="1">
            <a:spLocks noGrp="1"/>
          </p:cNvSpPr>
          <p:nvPr>
            <p:ph type="subTitle" idx="13"/>
          </p:nvPr>
        </p:nvSpPr>
        <p:spPr>
          <a:xfrm>
            <a:off x="965200" y="3794400"/>
            <a:ext cx="2648000" cy="87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548" name="Google Shape;548;p18"/>
          <p:cNvSpPr txBox="1">
            <a:spLocks noGrp="1"/>
          </p:cNvSpPr>
          <p:nvPr>
            <p:ph type="subTitle" idx="14"/>
          </p:nvPr>
        </p:nvSpPr>
        <p:spPr>
          <a:xfrm>
            <a:off x="4777327" y="3794400"/>
            <a:ext cx="2637600" cy="87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549" name="Google Shape;549;p18"/>
          <p:cNvSpPr txBox="1">
            <a:spLocks noGrp="1"/>
          </p:cNvSpPr>
          <p:nvPr>
            <p:ph type="subTitle" idx="15"/>
          </p:nvPr>
        </p:nvSpPr>
        <p:spPr>
          <a:xfrm>
            <a:off x="8579053" y="3794400"/>
            <a:ext cx="2637600" cy="87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550" name="Google Shape;550;p18"/>
          <p:cNvSpPr/>
          <p:nvPr/>
        </p:nvSpPr>
        <p:spPr>
          <a:xfrm rot="-3263452" flipH="1">
            <a:off x="9829480" y="5384436"/>
            <a:ext cx="3997141" cy="3435056"/>
          </a:xfrm>
          <a:custGeom>
            <a:avLst/>
            <a:gdLst/>
            <a:ahLst/>
            <a:cxnLst/>
            <a:rect l="l" t="t" r="r" b="b"/>
            <a:pathLst>
              <a:path w="38869" h="30330" extrusionOk="0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51" name="Google Shape;551;p18"/>
          <p:cNvSpPr/>
          <p:nvPr/>
        </p:nvSpPr>
        <p:spPr>
          <a:xfrm rot="531647" flipH="1">
            <a:off x="-2161642" y="5460760"/>
            <a:ext cx="3441425" cy="2782728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52" name="Google Shape;552;p18"/>
          <p:cNvSpPr/>
          <p:nvPr/>
        </p:nvSpPr>
        <p:spPr>
          <a:xfrm rot="460658" flipH="1">
            <a:off x="9792156" y="-1931930"/>
            <a:ext cx="4071793" cy="3292441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553" name="Google Shape;553;p18"/>
          <p:cNvGrpSpPr/>
          <p:nvPr/>
        </p:nvGrpSpPr>
        <p:grpSpPr>
          <a:xfrm>
            <a:off x="10575830" y="236125"/>
            <a:ext cx="1330431" cy="982793"/>
            <a:chOff x="7931872" y="177093"/>
            <a:chExt cx="997823" cy="737095"/>
          </a:xfrm>
        </p:grpSpPr>
        <p:grpSp>
          <p:nvGrpSpPr>
            <p:cNvPr id="554" name="Google Shape;554;p18"/>
            <p:cNvGrpSpPr/>
            <p:nvPr/>
          </p:nvGrpSpPr>
          <p:grpSpPr>
            <a:xfrm>
              <a:off x="7931872" y="177093"/>
              <a:ext cx="919725" cy="318025"/>
              <a:chOff x="7230903" y="4635722"/>
              <a:chExt cx="652843" cy="225742"/>
            </a:xfrm>
          </p:grpSpPr>
          <p:sp>
            <p:nvSpPr>
              <p:cNvPr id="555" name="Google Shape;555;p18"/>
              <p:cNvSpPr/>
              <p:nvPr/>
            </p:nvSpPr>
            <p:spPr>
              <a:xfrm>
                <a:off x="7230903" y="4635722"/>
                <a:ext cx="652843" cy="225742"/>
              </a:xfrm>
              <a:custGeom>
                <a:avLst/>
                <a:gdLst/>
                <a:ahLst/>
                <a:cxnLst/>
                <a:rect l="l" t="t" r="r" b="b"/>
                <a:pathLst>
                  <a:path w="652843" h="225742" extrusionOk="0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3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3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6" name="Google Shape;556;p18"/>
              <p:cNvSpPr/>
              <p:nvPr/>
            </p:nvSpPr>
            <p:spPr>
              <a:xfrm>
                <a:off x="7287577" y="4672107"/>
                <a:ext cx="151161" cy="151161"/>
              </a:xfrm>
              <a:custGeom>
                <a:avLst/>
                <a:gdLst/>
                <a:ahLst/>
                <a:cxnLst/>
                <a:rect l="l" t="t" r="r" b="b"/>
                <a:pathLst>
                  <a:path w="151161" h="151161" extrusionOk="0">
                    <a:moveTo>
                      <a:pt x="0" y="0"/>
                    </a:moveTo>
                    <a:lnTo>
                      <a:pt x="151161" y="0"/>
                    </a:lnTo>
                    <a:lnTo>
                      <a:pt x="151161" y="151162"/>
                    </a:lnTo>
                    <a:lnTo>
                      <a:pt x="0" y="15116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57" name="Google Shape;557;p18"/>
              <p:cNvGrpSpPr/>
              <p:nvPr/>
            </p:nvGrpSpPr>
            <p:grpSpPr>
              <a:xfrm>
                <a:off x="7487126" y="4676394"/>
                <a:ext cx="332041" cy="142684"/>
                <a:chOff x="7487126" y="4676394"/>
                <a:chExt cx="332041" cy="142684"/>
              </a:xfrm>
            </p:grpSpPr>
            <p:sp>
              <p:nvSpPr>
                <p:cNvPr id="558" name="Google Shape;558;p18"/>
                <p:cNvSpPr/>
                <p:nvPr/>
              </p:nvSpPr>
              <p:spPr>
                <a:xfrm>
                  <a:off x="7487126" y="4676394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59" name="Google Shape;559;p18"/>
                <p:cNvSpPr/>
                <p:nvPr/>
              </p:nvSpPr>
              <p:spPr>
                <a:xfrm>
                  <a:off x="7487126" y="4717161"/>
                  <a:ext cx="290322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0322" h="20383" extrusionOk="0">
                      <a:moveTo>
                        <a:pt x="0" y="0"/>
                      </a:moveTo>
                      <a:lnTo>
                        <a:pt x="290322" y="0"/>
                      </a:lnTo>
                      <a:lnTo>
                        <a:pt x="29032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0" name="Google Shape;560;p18"/>
                <p:cNvSpPr/>
                <p:nvPr/>
              </p:nvSpPr>
              <p:spPr>
                <a:xfrm>
                  <a:off x="7487126" y="4757928"/>
                  <a:ext cx="303942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3942" h="20383" extrusionOk="0">
                      <a:moveTo>
                        <a:pt x="0" y="0"/>
                      </a:moveTo>
                      <a:lnTo>
                        <a:pt x="303942" y="0"/>
                      </a:lnTo>
                      <a:lnTo>
                        <a:pt x="30394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1" name="Google Shape;561;p18"/>
                <p:cNvSpPr/>
                <p:nvPr/>
              </p:nvSpPr>
              <p:spPr>
                <a:xfrm>
                  <a:off x="7487126" y="4798695"/>
                  <a:ext cx="17154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545" h="20383" extrusionOk="0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62" name="Google Shape;562;p18"/>
            <p:cNvGrpSpPr/>
            <p:nvPr/>
          </p:nvGrpSpPr>
          <p:grpSpPr>
            <a:xfrm>
              <a:off x="7931872" y="596163"/>
              <a:ext cx="919725" cy="318025"/>
              <a:chOff x="7230903" y="4933188"/>
              <a:chExt cx="652843" cy="225742"/>
            </a:xfrm>
          </p:grpSpPr>
          <p:grpSp>
            <p:nvGrpSpPr>
              <p:cNvPr id="563" name="Google Shape;563;p18"/>
              <p:cNvGrpSpPr/>
              <p:nvPr/>
            </p:nvGrpSpPr>
            <p:grpSpPr>
              <a:xfrm>
                <a:off x="7230903" y="4933188"/>
                <a:ext cx="652843" cy="225742"/>
                <a:chOff x="7230903" y="4933188"/>
                <a:chExt cx="652843" cy="225742"/>
              </a:xfrm>
            </p:grpSpPr>
            <p:sp>
              <p:nvSpPr>
                <p:cNvPr id="564" name="Google Shape;564;p18"/>
                <p:cNvSpPr/>
                <p:nvPr/>
              </p:nvSpPr>
              <p:spPr>
                <a:xfrm>
                  <a:off x="7230903" y="4933188"/>
                  <a:ext cx="652843" cy="2257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2843" h="225742" extrusionOk="0">
                      <a:moveTo>
                        <a:pt x="619030" y="0"/>
                      </a:moveTo>
                      <a:cubicBezTo>
                        <a:pt x="637705" y="0"/>
                        <a:pt x="652844" y="15139"/>
                        <a:pt x="652844" y="33814"/>
                      </a:cubicBezTo>
                      <a:lnTo>
                        <a:pt x="652844" y="191929"/>
                      </a:lnTo>
                      <a:cubicBezTo>
                        <a:pt x="652844" y="210604"/>
                        <a:pt x="637704" y="225742"/>
                        <a:pt x="619030" y="225742"/>
                      </a:cubicBezTo>
                      <a:lnTo>
                        <a:pt x="33814" y="225742"/>
                      </a:lnTo>
                      <a:cubicBezTo>
                        <a:pt x="15139" y="225742"/>
                        <a:pt x="0" y="210604"/>
                        <a:pt x="0" y="191929"/>
                      </a:cubicBezTo>
                      <a:lnTo>
                        <a:pt x="0" y="33814"/>
                      </a:lnTo>
                      <a:cubicBezTo>
                        <a:pt x="0" y="15139"/>
                        <a:pt x="15139" y="0"/>
                        <a:pt x="33814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5" name="Google Shape;565;p18"/>
                <p:cNvSpPr/>
                <p:nvPr/>
              </p:nvSpPr>
              <p:spPr>
                <a:xfrm>
                  <a:off x="7287577" y="4969668"/>
                  <a:ext cx="151161" cy="1511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161" h="151161" extrusionOk="0">
                      <a:moveTo>
                        <a:pt x="75534" y="151162"/>
                      </a:moveTo>
                      <a:lnTo>
                        <a:pt x="75534" y="151162"/>
                      </a:lnTo>
                      <a:cubicBezTo>
                        <a:pt x="33814" y="151162"/>
                        <a:pt x="0" y="117348"/>
                        <a:pt x="0" y="75629"/>
                      </a:cubicBezTo>
                      <a:lnTo>
                        <a:pt x="0" y="75629"/>
                      </a:lnTo>
                      <a:cubicBezTo>
                        <a:pt x="0" y="33909"/>
                        <a:pt x="33814" y="0"/>
                        <a:pt x="75534" y="0"/>
                      </a:cubicBezTo>
                      <a:lnTo>
                        <a:pt x="75534" y="0"/>
                      </a:lnTo>
                      <a:cubicBezTo>
                        <a:pt x="117253" y="0"/>
                        <a:pt x="151162" y="33814"/>
                        <a:pt x="151162" y="75533"/>
                      </a:cubicBezTo>
                      <a:lnTo>
                        <a:pt x="151162" y="75533"/>
                      </a:lnTo>
                      <a:cubicBezTo>
                        <a:pt x="151162" y="117253"/>
                        <a:pt x="117348" y="151162"/>
                        <a:pt x="75534" y="15116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566" name="Google Shape;566;p18"/>
                <p:cNvGrpSpPr/>
                <p:nvPr/>
              </p:nvGrpSpPr>
              <p:grpSpPr>
                <a:xfrm>
                  <a:off x="7487126" y="4973859"/>
                  <a:ext cx="332041" cy="142684"/>
                  <a:chOff x="7487126" y="4973859"/>
                  <a:chExt cx="332041" cy="142684"/>
                </a:xfrm>
              </p:grpSpPr>
              <p:sp>
                <p:nvSpPr>
                  <p:cNvPr id="567" name="Google Shape;567;p18"/>
                  <p:cNvSpPr/>
                  <p:nvPr/>
                </p:nvSpPr>
                <p:spPr>
                  <a:xfrm>
                    <a:off x="7506747" y="4973859"/>
                    <a:ext cx="280034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0034" h="20383" extrusionOk="0">
                        <a:moveTo>
                          <a:pt x="0" y="0"/>
                        </a:moveTo>
                        <a:lnTo>
                          <a:pt x="280035" y="0"/>
                        </a:lnTo>
                        <a:lnTo>
                          <a:pt x="28003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68" name="Google Shape;568;p18"/>
                  <p:cNvSpPr/>
                  <p:nvPr/>
                </p:nvSpPr>
                <p:spPr>
                  <a:xfrm>
                    <a:off x="7487126" y="5014626"/>
                    <a:ext cx="205073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5073" h="20383" extrusionOk="0">
                        <a:moveTo>
                          <a:pt x="0" y="0"/>
                        </a:moveTo>
                        <a:lnTo>
                          <a:pt x="205073" y="0"/>
                        </a:lnTo>
                        <a:lnTo>
                          <a:pt x="205073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69" name="Google Shape;569;p18"/>
                  <p:cNvSpPr/>
                  <p:nvPr/>
                </p:nvSpPr>
                <p:spPr>
                  <a:xfrm>
                    <a:off x="7487126" y="5055393"/>
                    <a:ext cx="332041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2041" h="20383" extrusionOk="0">
                        <a:moveTo>
                          <a:pt x="0" y="0"/>
                        </a:moveTo>
                        <a:lnTo>
                          <a:pt x="332041" y="0"/>
                        </a:lnTo>
                        <a:lnTo>
                          <a:pt x="332041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70" name="Google Shape;570;p18"/>
                  <p:cNvSpPr/>
                  <p:nvPr/>
                </p:nvSpPr>
                <p:spPr>
                  <a:xfrm>
                    <a:off x="7487126" y="5096160"/>
                    <a:ext cx="171545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1545" h="20383" extrusionOk="0">
                        <a:moveTo>
                          <a:pt x="0" y="0"/>
                        </a:moveTo>
                        <a:lnTo>
                          <a:pt x="171545" y="0"/>
                        </a:lnTo>
                        <a:lnTo>
                          <a:pt x="17154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571" name="Google Shape;571;p18"/>
              <p:cNvSpPr/>
              <p:nvPr/>
            </p:nvSpPr>
            <p:spPr>
              <a:xfrm>
                <a:off x="7338250" y="5011639"/>
                <a:ext cx="50734" cy="60632"/>
              </a:xfrm>
              <a:custGeom>
                <a:avLst/>
                <a:gdLst/>
                <a:ahLst/>
                <a:cxnLst/>
                <a:rect l="l" t="t" r="r" b="b"/>
                <a:pathLst>
                  <a:path w="50734" h="60632" extrusionOk="0">
                    <a:moveTo>
                      <a:pt x="0" y="4892"/>
                    </a:moveTo>
                    <a:lnTo>
                      <a:pt x="0" y="55851"/>
                    </a:lnTo>
                    <a:cubicBezTo>
                      <a:pt x="0" y="59566"/>
                      <a:pt x="4001" y="61851"/>
                      <a:pt x="7239" y="59947"/>
                    </a:cubicBezTo>
                    <a:lnTo>
                      <a:pt x="48387" y="35563"/>
                    </a:lnTo>
                    <a:cubicBezTo>
                      <a:pt x="51435" y="33753"/>
                      <a:pt x="51531" y="29371"/>
                      <a:pt x="48578" y="27371"/>
                    </a:cubicBezTo>
                    <a:lnTo>
                      <a:pt x="7430" y="796"/>
                    </a:lnTo>
                    <a:cubicBezTo>
                      <a:pt x="4191" y="-1299"/>
                      <a:pt x="0" y="987"/>
                      <a:pt x="0" y="479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72" name="Google Shape;572;p18"/>
            <p:cNvGrpSpPr/>
            <p:nvPr/>
          </p:nvGrpSpPr>
          <p:grpSpPr>
            <a:xfrm>
              <a:off x="8756326" y="539537"/>
              <a:ext cx="173370" cy="112691"/>
              <a:chOff x="7816120" y="4892994"/>
              <a:chExt cx="123062" cy="79991"/>
            </a:xfrm>
          </p:grpSpPr>
          <p:grpSp>
            <p:nvGrpSpPr>
              <p:cNvPr id="573" name="Google Shape;573;p18"/>
              <p:cNvGrpSpPr/>
              <p:nvPr/>
            </p:nvGrpSpPr>
            <p:grpSpPr>
              <a:xfrm>
                <a:off x="7816120" y="4902803"/>
                <a:ext cx="123062" cy="63817"/>
                <a:chOff x="7816120" y="4902803"/>
                <a:chExt cx="123062" cy="63817"/>
              </a:xfrm>
            </p:grpSpPr>
            <p:sp>
              <p:nvSpPr>
                <p:cNvPr id="574" name="Google Shape;574;p18"/>
                <p:cNvSpPr/>
                <p:nvPr/>
              </p:nvSpPr>
              <p:spPr>
                <a:xfrm>
                  <a:off x="7816120" y="4902803"/>
                  <a:ext cx="123062" cy="638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062" h="63817" extrusionOk="0">
                      <a:moveTo>
                        <a:pt x="61531" y="63817"/>
                      </a:moveTo>
                      <a:cubicBezTo>
                        <a:pt x="86963" y="63817"/>
                        <a:pt x="109442" y="51244"/>
                        <a:pt x="123063" y="31909"/>
                      </a:cubicBezTo>
                      <a:cubicBezTo>
                        <a:pt x="109442" y="12573"/>
                        <a:pt x="86963" y="0"/>
                        <a:pt x="61531" y="0"/>
                      </a:cubicBezTo>
                      <a:cubicBezTo>
                        <a:pt x="36100" y="0"/>
                        <a:pt x="13621" y="12573"/>
                        <a:pt x="0" y="31909"/>
                      </a:cubicBezTo>
                      <a:cubicBezTo>
                        <a:pt x="13621" y="51244"/>
                        <a:pt x="36100" y="63817"/>
                        <a:pt x="61531" y="63817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75" name="Google Shape;575;p18"/>
                <p:cNvSpPr/>
                <p:nvPr/>
              </p:nvSpPr>
              <p:spPr>
                <a:xfrm>
                  <a:off x="7858029" y="4915090"/>
                  <a:ext cx="39242" cy="392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242" h="39243" extrusionOk="0">
                      <a:moveTo>
                        <a:pt x="39243" y="19621"/>
                      </a:moveTo>
                      <a:cubicBezTo>
                        <a:pt x="39243" y="30458"/>
                        <a:pt x="30458" y="39243"/>
                        <a:pt x="19621" y="39243"/>
                      </a:cubicBezTo>
                      <a:cubicBezTo>
                        <a:pt x="8785" y="39243"/>
                        <a:pt x="0" y="30458"/>
                        <a:pt x="0" y="19621"/>
                      </a:cubicBezTo>
                      <a:cubicBezTo>
                        <a:pt x="0" y="8785"/>
                        <a:pt x="8785" y="0"/>
                        <a:pt x="19621" y="0"/>
                      </a:cubicBezTo>
                      <a:cubicBezTo>
                        <a:pt x="30458" y="0"/>
                        <a:pt x="39243" y="8785"/>
                        <a:pt x="39243" y="1962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576" name="Google Shape;576;p18"/>
              <p:cNvSpPr/>
              <p:nvPr/>
            </p:nvSpPr>
            <p:spPr>
              <a:xfrm rot="-2700000">
                <a:off x="7825456" y="4928129"/>
                <a:ext cx="103403" cy="9720"/>
              </a:xfrm>
              <a:custGeom>
                <a:avLst/>
                <a:gdLst/>
                <a:ahLst/>
                <a:cxnLst/>
                <a:rect l="l" t="t" r="r" b="b"/>
                <a:pathLst>
                  <a:path w="103346" h="9715" extrusionOk="0">
                    <a:moveTo>
                      <a:pt x="0" y="0"/>
                    </a:moveTo>
                    <a:lnTo>
                      <a:pt x="103346" y="0"/>
                    </a:lnTo>
                    <a:lnTo>
                      <a:pt x="103346" y="9716"/>
                    </a:lnTo>
                    <a:lnTo>
                      <a:pt x="0" y="971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90540658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Numbers and text"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19"/>
          <p:cNvSpPr txBox="1">
            <a:spLocks noGrp="1"/>
          </p:cNvSpPr>
          <p:nvPr>
            <p:ph type="title" hasCustomPrompt="1"/>
          </p:nvPr>
        </p:nvSpPr>
        <p:spPr>
          <a:xfrm>
            <a:off x="1064517" y="3996761"/>
            <a:ext cx="46568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53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79" name="Google Shape;579;p19"/>
          <p:cNvSpPr txBox="1">
            <a:spLocks noGrp="1"/>
          </p:cNvSpPr>
          <p:nvPr>
            <p:ph type="subTitle" idx="1"/>
          </p:nvPr>
        </p:nvSpPr>
        <p:spPr>
          <a:xfrm>
            <a:off x="1064517" y="5029620"/>
            <a:ext cx="4656800" cy="79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580" name="Google Shape;580;p19"/>
          <p:cNvSpPr txBox="1">
            <a:spLocks noGrp="1"/>
          </p:cNvSpPr>
          <p:nvPr>
            <p:ph type="title" idx="2" hasCustomPrompt="1"/>
          </p:nvPr>
        </p:nvSpPr>
        <p:spPr>
          <a:xfrm>
            <a:off x="3767600" y="1372713"/>
            <a:ext cx="46568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53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1" name="Google Shape;581;p19"/>
          <p:cNvSpPr txBox="1">
            <a:spLocks noGrp="1"/>
          </p:cNvSpPr>
          <p:nvPr>
            <p:ph type="subTitle" idx="3"/>
          </p:nvPr>
        </p:nvSpPr>
        <p:spPr>
          <a:xfrm>
            <a:off x="3767600" y="2405964"/>
            <a:ext cx="4656800" cy="79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582" name="Google Shape;582;p19"/>
          <p:cNvSpPr txBox="1">
            <a:spLocks noGrp="1"/>
          </p:cNvSpPr>
          <p:nvPr>
            <p:ph type="title" idx="4" hasCustomPrompt="1"/>
          </p:nvPr>
        </p:nvSpPr>
        <p:spPr>
          <a:xfrm>
            <a:off x="6470684" y="3996761"/>
            <a:ext cx="46568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53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3" name="Google Shape;583;p19"/>
          <p:cNvSpPr txBox="1">
            <a:spLocks noGrp="1"/>
          </p:cNvSpPr>
          <p:nvPr>
            <p:ph type="subTitle" idx="5"/>
          </p:nvPr>
        </p:nvSpPr>
        <p:spPr>
          <a:xfrm>
            <a:off x="6470684" y="5029620"/>
            <a:ext cx="4656800" cy="79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584" name="Google Shape;584;p19"/>
          <p:cNvSpPr/>
          <p:nvPr/>
        </p:nvSpPr>
        <p:spPr>
          <a:xfrm rot="-5710536">
            <a:off x="-2492380" y="4584765"/>
            <a:ext cx="4224584" cy="3077212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85" name="Google Shape;585;p19"/>
          <p:cNvSpPr/>
          <p:nvPr/>
        </p:nvSpPr>
        <p:spPr>
          <a:xfrm rot="-294905">
            <a:off x="9800517" y="5204327"/>
            <a:ext cx="4224599" cy="3415999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1292687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20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588" name="Google Shape;588;p20"/>
          <p:cNvSpPr/>
          <p:nvPr/>
        </p:nvSpPr>
        <p:spPr>
          <a:xfrm rot="337739" flipH="1">
            <a:off x="10949695" y="4249656"/>
            <a:ext cx="4211287" cy="4691307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589" name="Google Shape;589;p20"/>
          <p:cNvGrpSpPr/>
          <p:nvPr/>
        </p:nvGrpSpPr>
        <p:grpSpPr>
          <a:xfrm>
            <a:off x="120267" y="5619191"/>
            <a:ext cx="688156" cy="1038960"/>
            <a:chOff x="10572463" y="3528536"/>
            <a:chExt cx="580168" cy="875823"/>
          </a:xfrm>
        </p:grpSpPr>
        <p:grpSp>
          <p:nvGrpSpPr>
            <p:cNvPr id="590" name="Google Shape;590;p20"/>
            <p:cNvGrpSpPr/>
            <p:nvPr/>
          </p:nvGrpSpPr>
          <p:grpSpPr>
            <a:xfrm>
              <a:off x="10713815" y="3528536"/>
              <a:ext cx="438816" cy="746664"/>
              <a:chOff x="10713815" y="3528536"/>
              <a:chExt cx="438816" cy="746664"/>
            </a:xfrm>
          </p:grpSpPr>
          <p:sp>
            <p:nvSpPr>
              <p:cNvPr id="591" name="Google Shape;591;p20"/>
              <p:cNvSpPr/>
              <p:nvPr/>
            </p:nvSpPr>
            <p:spPr>
              <a:xfrm>
                <a:off x="10713815" y="3528536"/>
                <a:ext cx="438816" cy="746664"/>
              </a:xfrm>
              <a:custGeom>
                <a:avLst/>
                <a:gdLst/>
                <a:ahLst/>
                <a:cxnLst/>
                <a:rect l="l" t="t" r="r" b="b"/>
                <a:pathLst>
                  <a:path w="438816" h="746664" extrusionOk="0">
                    <a:moveTo>
                      <a:pt x="438721" y="746569"/>
                    </a:moveTo>
                    <a:lnTo>
                      <a:pt x="0" y="746569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1" y="68580"/>
                      <a:pt x="438816" y="112585"/>
                    </a:cubicBezTo>
                    <a:lnTo>
                      <a:pt x="438816" y="746665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92" name="Google Shape;592;p20"/>
              <p:cNvGrpSpPr/>
              <p:nvPr/>
            </p:nvGrpSpPr>
            <p:grpSpPr>
              <a:xfrm>
                <a:off x="10776489" y="3625310"/>
                <a:ext cx="313848" cy="288226"/>
                <a:chOff x="10776489" y="3625310"/>
                <a:chExt cx="313848" cy="288226"/>
              </a:xfrm>
            </p:grpSpPr>
            <p:sp>
              <p:nvSpPr>
                <p:cNvPr id="593" name="Google Shape;593;p20"/>
                <p:cNvSpPr/>
                <p:nvPr/>
              </p:nvSpPr>
              <p:spPr>
                <a:xfrm>
                  <a:off x="10776489" y="3625310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4" name="Google Shape;594;p20"/>
                <p:cNvSpPr/>
                <p:nvPr/>
              </p:nvSpPr>
              <p:spPr>
                <a:xfrm>
                  <a:off x="10776489" y="3678650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5" name="Google Shape;595;p20"/>
                <p:cNvSpPr/>
                <p:nvPr/>
              </p:nvSpPr>
              <p:spPr>
                <a:xfrm>
                  <a:off x="10776489" y="3731990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6" name="Google Shape;596;p20"/>
                <p:cNvSpPr/>
                <p:nvPr/>
              </p:nvSpPr>
              <p:spPr>
                <a:xfrm>
                  <a:off x="10776489" y="3785425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7" name="Google Shape;597;p20"/>
                <p:cNvSpPr/>
                <p:nvPr/>
              </p:nvSpPr>
              <p:spPr>
                <a:xfrm>
                  <a:off x="10776489" y="3838765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8" name="Google Shape;598;p20"/>
                <p:cNvSpPr/>
                <p:nvPr/>
              </p:nvSpPr>
              <p:spPr>
                <a:xfrm>
                  <a:off x="10776489" y="3892105"/>
                  <a:ext cx="184689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689" h="21431" extrusionOk="0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99" name="Google Shape;599;p20"/>
              <p:cNvGrpSpPr/>
              <p:nvPr/>
            </p:nvGrpSpPr>
            <p:grpSpPr>
              <a:xfrm>
                <a:off x="10776489" y="3999547"/>
                <a:ext cx="313848" cy="181546"/>
                <a:chOff x="10776489" y="3999547"/>
                <a:chExt cx="313848" cy="181546"/>
              </a:xfrm>
            </p:grpSpPr>
            <p:sp>
              <p:nvSpPr>
                <p:cNvPr id="600" name="Google Shape;600;p20"/>
                <p:cNvSpPr/>
                <p:nvPr/>
              </p:nvSpPr>
              <p:spPr>
                <a:xfrm>
                  <a:off x="10776489" y="3999547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1" name="Google Shape;601;p20"/>
                <p:cNvSpPr/>
                <p:nvPr/>
              </p:nvSpPr>
              <p:spPr>
                <a:xfrm>
                  <a:off x="10776489" y="4052887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2" name="Google Shape;602;p20"/>
                <p:cNvSpPr/>
                <p:nvPr/>
              </p:nvSpPr>
              <p:spPr>
                <a:xfrm>
                  <a:off x="10776489" y="4106322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3" name="Google Shape;603;p20"/>
                <p:cNvSpPr/>
                <p:nvPr/>
              </p:nvSpPr>
              <p:spPr>
                <a:xfrm>
                  <a:off x="10776489" y="4159662"/>
                  <a:ext cx="184689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689" h="21431" extrusionOk="0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604" name="Google Shape;604;p20"/>
              <p:cNvSpPr/>
              <p:nvPr/>
            </p:nvSpPr>
            <p:spPr>
              <a:xfrm>
                <a:off x="11039951" y="3528536"/>
                <a:ext cx="112584" cy="112585"/>
              </a:xfrm>
              <a:custGeom>
                <a:avLst/>
                <a:gdLst/>
                <a:ahLst/>
                <a:cxnLst/>
                <a:rect l="l" t="t" r="r" b="b"/>
                <a:pathLst>
                  <a:path w="112584" h="112585" extrusionOk="0">
                    <a:moveTo>
                      <a:pt x="112585" y="112585"/>
                    </a:moveTo>
                    <a:lnTo>
                      <a:pt x="0" y="112585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0" y="68580"/>
                      <a:pt x="112585" y="112585"/>
                    </a:cubicBezTo>
                    <a:lnTo>
                      <a:pt x="112585" y="11258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05" name="Google Shape;605;p20"/>
            <p:cNvGrpSpPr/>
            <p:nvPr/>
          </p:nvGrpSpPr>
          <p:grpSpPr>
            <a:xfrm>
              <a:off x="10572463" y="3657790"/>
              <a:ext cx="438817" cy="746569"/>
              <a:chOff x="10572463" y="3657790"/>
              <a:chExt cx="438817" cy="746569"/>
            </a:xfrm>
          </p:grpSpPr>
          <p:sp>
            <p:nvSpPr>
              <p:cNvPr id="606" name="Google Shape;606;p20"/>
              <p:cNvSpPr/>
              <p:nvPr/>
            </p:nvSpPr>
            <p:spPr>
              <a:xfrm>
                <a:off x="10572463" y="3657790"/>
                <a:ext cx="438817" cy="746569"/>
              </a:xfrm>
              <a:custGeom>
                <a:avLst/>
                <a:gdLst/>
                <a:ahLst/>
                <a:cxnLst/>
                <a:rect l="l" t="t" r="r" b="b"/>
                <a:pathLst>
                  <a:path w="438817" h="746569" extrusionOk="0">
                    <a:moveTo>
                      <a:pt x="438722" y="746570"/>
                    </a:moveTo>
                    <a:lnTo>
                      <a:pt x="0" y="746570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2" y="68580"/>
                      <a:pt x="438817" y="112586"/>
                    </a:cubicBezTo>
                    <a:lnTo>
                      <a:pt x="438817" y="74657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07" name="Google Shape;607;p20"/>
              <p:cNvGrpSpPr/>
              <p:nvPr/>
            </p:nvGrpSpPr>
            <p:grpSpPr>
              <a:xfrm>
                <a:off x="10635138" y="3754469"/>
                <a:ext cx="313848" cy="288321"/>
                <a:chOff x="10635138" y="3754469"/>
                <a:chExt cx="313848" cy="288321"/>
              </a:xfrm>
            </p:grpSpPr>
            <p:sp>
              <p:nvSpPr>
                <p:cNvPr id="608" name="Google Shape;608;p20"/>
                <p:cNvSpPr/>
                <p:nvPr/>
              </p:nvSpPr>
              <p:spPr>
                <a:xfrm>
                  <a:off x="10635138" y="3754469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9" name="Google Shape;609;p20"/>
                <p:cNvSpPr/>
                <p:nvPr/>
              </p:nvSpPr>
              <p:spPr>
                <a:xfrm>
                  <a:off x="10635138" y="3807904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0" name="Google Shape;610;p20"/>
                <p:cNvSpPr/>
                <p:nvPr/>
              </p:nvSpPr>
              <p:spPr>
                <a:xfrm>
                  <a:off x="10635138" y="3861244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1" name="Google Shape;611;p20"/>
                <p:cNvSpPr/>
                <p:nvPr/>
              </p:nvSpPr>
              <p:spPr>
                <a:xfrm>
                  <a:off x="10635138" y="3914584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2" name="Google Shape;612;p20"/>
                <p:cNvSpPr/>
                <p:nvPr/>
              </p:nvSpPr>
              <p:spPr>
                <a:xfrm>
                  <a:off x="10635138" y="3968019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3" name="Google Shape;613;p20"/>
                <p:cNvSpPr/>
                <p:nvPr/>
              </p:nvSpPr>
              <p:spPr>
                <a:xfrm>
                  <a:off x="10635138" y="4021359"/>
                  <a:ext cx="184689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689" h="21431" extrusionOk="0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614" name="Google Shape;614;p20"/>
              <p:cNvGrpSpPr/>
              <p:nvPr/>
            </p:nvGrpSpPr>
            <p:grpSpPr>
              <a:xfrm>
                <a:off x="10635138" y="4128801"/>
                <a:ext cx="313848" cy="181547"/>
                <a:chOff x="10635138" y="4128801"/>
                <a:chExt cx="313848" cy="181547"/>
              </a:xfrm>
            </p:grpSpPr>
            <p:sp>
              <p:nvSpPr>
                <p:cNvPr id="615" name="Google Shape;615;p20"/>
                <p:cNvSpPr/>
                <p:nvPr/>
              </p:nvSpPr>
              <p:spPr>
                <a:xfrm>
                  <a:off x="10635138" y="4128801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6" name="Google Shape;616;p20"/>
                <p:cNvSpPr/>
                <p:nvPr/>
              </p:nvSpPr>
              <p:spPr>
                <a:xfrm>
                  <a:off x="10635138" y="4182141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7" name="Google Shape;617;p20"/>
                <p:cNvSpPr/>
                <p:nvPr/>
              </p:nvSpPr>
              <p:spPr>
                <a:xfrm>
                  <a:off x="10635138" y="4235481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8" name="Google Shape;618;p20"/>
                <p:cNvSpPr/>
                <p:nvPr/>
              </p:nvSpPr>
              <p:spPr>
                <a:xfrm>
                  <a:off x="10635138" y="4288917"/>
                  <a:ext cx="184689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689" h="21431" extrusionOk="0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619" name="Google Shape;619;p20"/>
              <p:cNvSpPr/>
              <p:nvPr/>
            </p:nvSpPr>
            <p:spPr>
              <a:xfrm>
                <a:off x="10898599" y="3657790"/>
                <a:ext cx="112586" cy="112585"/>
              </a:xfrm>
              <a:custGeom>
                <a:avLst/>
                <a:gdLst/>
                <a:ahLst/>
                <a:cxnLst/>
                <a:rect l="l" t="t" r="r" b="b"/>
                <a:pathLst>
                  <a:path w="112586" h="112585" extrusionOk="0">
                    <a:moveTo>
                      <a:pt x="112586" y="112586"/>
                    </a:moveTo>
                    <a:lnTo>
                      <a:pt x="0" y="112586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1" y="68580"/>
                      <a:pt x="112586" y="112586"/>
                    </a:cubicBezTo>
                    <a:lnTo>
                      <a:pt x="112586" y="112586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620" name="Google Shape;620;p20"/>
          <p:cNvSpPr/>
          <p:nvPr/>
        </p:nvSpPr>
        <p:spPr>
          <a:xfrm rot="-3657034" flipH="1">
            <a:off x="-1872309" y="-983961"/>
            <a:ext cx="3661360" cy="2170501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621" name="Google Shape;621;p20"/>
          <p:cNvGrpSpPr/>
          <p:nvPr/>
        </p:nvGrpSpPr>
        <p:grpSpPr>
          <a:xfrm>
            <a:off x="10819960" y="355785"/>
            <a:ext cx="1106656" cy="1001184"/>
            <a:chOff x="8114596" y="445039"/>
            <a:chExt cx="633002" cy="572716"/>
          </a:xfrm>
        </p:grpSpPr>
        <p:grpSp>
          <p:nvGrpSpPr>
            <p:cNvPr id="622" name="Google Shape;622;p20"/>
            <p:cNvGrpSpPr/>
            <p:nvPr/>
          </p:nvGrpSpPr>
          <p:grpSpPr>
            <a:xfrm>
              <a:off x="8114596" y="445039"/>
              <a:ext cx="633002" cy="572716"/>
              <a:chOff x="7189660" y="520827"/>
              <a:chExt cx="598074" cy="541115"/>
            </a:xfrm>
          </p:grpSpPr>
          <p:sp>
            <p:nvSpPr>
              <p:cNvPr id="623" name="Google Shape;623;p20"/>
              <p:cNvSpPr/>
              <p:nvPr/>
            </p:nvSpPr>
            <p:spPr>
              <a:xfrm>
                <a:off x="7189660" y="520827"/>
                <a:ext cx="598074" cy="541115"/>
              </a:xfrm>
              <a:custGeom>
                <a:avLst/>
                <a:gdLst/>
                <a:ahLst/>
                <a:cxnLst/>
                <a:rect l="l" t="t" r="r" b="b"/>
                <a:pathLst>
                  <a:path w="598074" h="541115" extrusionOk="0">
                    <a:moveTo>
                      <a:pt x="557022" y="0"/>
                    </a:moveTo>
                    <a:cubicBezTo>
                      <a:pt x="579695" y="0"/>
                      <a:pt x="598075" y="18380"/>
                      <a:pt x="598075" y="41053"/>
                    </a:cubicBezTo>
                    <a:lnTo>
                      <a:pt x="598075" y="500063"/>
                    </a:lnTo>
                    <a:cubicBezTo>
                      <a:pt x="598075" y="522735"/>
                      <a:pt x="579695" y="541115"/>
                      <a:pt x="557022" y="541115"/>
                    </a:cubicBezTo>
                    <a:lnTo>
                      <a:pt x="41053" y="541115"/>
                    </a:lnTo>
                    <a:cubicBezTo>
                      <a:pt x="18380" y="541115"/>
                      <a:pt x="0" y="522735"/>
                      <a:pt x="0" y="500063"/>
                    </a:cubicBezTo>
                    <a:lnTo>
                      <a:pt x="0" y="41053"/>
                    </a:lnTo>
                    <a:cubicBezTo>
                      <a:pt x="0" y="18380"/>
                      <a:pt x="18380" y="0"/>
                      <a:pt x="410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24" name="Google Shape;624;p20"/>
              <p:cNvGrpSpPr/>
              <p:nvPr/>
            </p:nvGrpSpPr>
            <p:grpSpPr>
              <a:xfrm>
                <a:off x="7579137" y="551973"/>
                <a:ext cx="164782" cy="41529"/>
                <a:chOff x="7579137" y="551973"/>
                <a:chExt cx="164782" cy="41529"/>
              </a:xfrm>
            </p:grpSpPr>
            <p:sp>
              <p:nvSpPr>
                <p:cNvPr id="625" name="Google Shape;625;p20"/>
                <p:cNvSpPr/>
                <p:nvPr/>
              </p:nvSpPr>
              <p:spPr>
                <a:xfrm>
                  <a:off x="7702391" y="551973"/>
                  <a:ext cx="41528" cy="41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28" h="41529" extrusionOk="0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6" name="Google Shape;626;p20"/>
                <p:cNvSpPr/>
                <p:nvPr/>
              </p:nvSpPr>
              <p:spPr>
                <a:xfrm>
                  <a:off x="7640764" y="551973"/>
                  <a:ext cx="41528" cy="41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28" h="41529" extrusionOk="0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7" name="Google Shape;627;p20"/>
                <p:cNvSpPr/>
                <p:nvPr/>
              </p:nvSpPr>
              <p:spPr>
                <a:xfrm>
                  <a:off x="7579137" y="551973"/>
                  <a:ext cx="41528" cy="41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28" h="41529" extrusionOk="0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628" name="Google Shape;628;p20"/>
            <p:cNvGrpSpPr/>
            <p:nvPr/>
          </p:nvGrpSpPr>
          <p:grpSpPr>
            <a:xfrm>
              <a:off x="8184962" y="619646"/>
              <a:ext cx="498115" cy="257273"/>
              <a:chOff x="7256144" y="685800"/>
              <a:chExt cx="470630" cy="243077"/>
            </a:xfrm>
          </p:grpSpPr>
          <p:sp>
            <p:nvSpPr>
              <p:cNvPr id="629" name="Google Shape;629;p20"/>
              <p:cNvSpPr/>
              <p:nvPr/>
            </p:nvSpPr>
            <p:spPr>
              <a:xfrm>
                <a:off x="7256144" y="694753"/>
                <a:ext cx="218503" cy="218217"/>
              </a:xfrm>
              <a:custGeom>
                <a:avLst/>
                <a:gdLst/>
                <a:ahLst/>
                <a:cxnLst/>
                <a:rect l="l" t="t" r="r" b="b"/>
                <a:pathLst>
                  <a:path w="218503" h="218217" extrusionOk="0">
                    <a:moveTo>
                      <a:pt x="216598" y="129540"/>
                    </a:moveTo>
                    <a:cubicBezTo>
                      <a:pt x="217837" y="122968"/>
                      <a:pt x="218504" y="116110"/>
                      <a:pt x="218504" y="109156"/>
                    </a:cubicBezTo>
                    <a:cubicBezTo>
                      <a:pt x="218504" y="102203"/>
                      <a:pt x="217837" y="95440"/>
                      <a:pt x="216598" y="88773"/>
                    </a:cubicBezTo>
                    <a:lnTo>
                      <a:pt x="181261" y="88773"/>
                    </a:lnTo>
                    <a:cubicBezTo>
                      <a:pt x="179641" y="83058"/>
                      <a:pt x="177451" y="77724"/>
                      <a:pt x="174593" y="72676"/>
                    </a:cubicBezTo>
                    <a:lnTo>
                      <a:pt x="199549" y="47720"/>
                    </a:lnTo>
                    <a:cubicBezTo>
                      <a:pt x="191834" y="36385"/>
                      <a:pt x="182118" y="26670"/>
                      <a:pt x="170783" y="18955"/>
                    </a:cubicBezTo>
                    <a:lnTo>
                      <a:pt x="145732" y="44005"/>
                    </a:lnTo>
                    <a:cubicBezTo>
                      <a:pt x="140684" y="41148"/>
                      <a:pt x="135255" y="38957"/>
                      <a:pt x="129635" y="37338"/>
                    </a:cubicBezTo>
                    <a:lnTo>
                      <a:pt x="129635" y="1905"/>
                    </a:lnTo>
                    <a:cubicBezTo>
                      <a:pt x="123063" y="667"/>
                      <a:pt x="116205" y="0"/>
                      <a:pt x="109252" y="0"/>
                    </a:cubicBezTo>
                    <a:cubicBezTo>
                      <a:pt x="102298" y="0"/>
                      <a:pt x="95536" y="667"/>
                      <a:pt x="88868" y="1905"/>
                    </a:cubicBezTo>
                    <a:lnTo>
                      <a:pt x="88868" y="37338"/>
                    </a:lnTo>
                    <a:cubicBezTo>
                      <a:pt x="83154" y="38957"/>
                      <a:pt x="77819" y="41148"/>
                      <a:pt x="72771" y="44005"/>
                    </a:cubicBezTo>
                    <a:lnTo>
                      <a:pt x="47720" y="18955"/>
                    </a:lnTo>
                    <a:cubicBezTo>
                      <a:pt x="36386" y="26670"/>
                      <a:pt x="26670" y="36481"/>
                      <a:pt x="18955" y="47720"/>
                    </a:cubicBezTo>
                    <a:lnTo>
                      <a:pt x="43910" y="72676"/>
                    </a:lnTo>
                    <a:cubicBezTo>
                      <a:pt x="41053" y="77724"/>
                      <a:pt x="38862" y="83153"/>
                      <a:pt x="37243" y="88773"/>
                    </a:cubicBezTo>
                    <a:lnTo>
                      <a:pt x="1905" y="88773"/>
                    </a:lnTo>
                    <a:cubicBezTo>
                      <a:pt x="667" y="95345"/>
                      <a:pt x="0" y="102203"/>
                      <a:pt x="0" y="109156"/>
                    </a:cubicBezTo>
                    <a:cubicBezTo>
                      <a:pt x="0" y="116110"/>
                      <a:pt x="667" y="122873"/>
                      <a:pt x="1905" y="129540"/>
                    </a:cubicBezTo>
                    <a:lnTo>
                      <a:pt x="37243" y="129540"/>
                    </a:lnTo>
                    <a:cubicBezTo>
                      <a:pt x="38862" y="135255"/>
                      <a:pt x="41053" y="140589"/>
                      <a:pt x="43910" y="145637"/>
                    </a:cubicBezTo>
                    <a:lnTo>
                      <a:pt x="18955" y="170593"/>
                    </a:lnTo>
                    <a:cubicBezTo>
                      <a:pt x="26670" y="181928"/>
                      <a:pt x="36386" y="191643"/>
                      <a:pt x="47720" y="199358"/>
                    </a:cubicBezTo>
                    <a:lnTo>
                      <a:pt x="72771" y="174308"/>
                    </a:lnTo>
                    <a:cubicBezTo>
                      <a:pt x="77819" y="177165"/>
                      <a:pt x="83248" y="179356"/>
                      <a:pt x="88868" y="180975"/>
                    </a:cubicBezTo>
                    <a:lnTo>
                      <a:pt x="88868" y="216313"/>
                    </a:lnTo>
                    <a:cubicBezTo>
                      <a:pt x="95441" y="217551"/>
                      <a:pt x="102298" y="218218"/>
                      <a:pt x="109252" y="218218"/>
                    </a:cubicBezTo>
                    <a:cubicBezTo>
                      <a:pt x="116205" y="218218"/>
                      <a:pt x="122968" y="217551"/>
                      <a:pt x="129635" y="216313"/>
                    </a:cubicBezTo>
                    <a:lnTo>
                      <a:pt x="129635" y="180975"/>
                    </a:lnTo>
                    <a:cubicBezTo>
                      <a:pt x="135350" y="179356"/>
                      <a:pt x="140684" y="177070"/>
                      <a:pt x="145732" y="174308"/>
                    </a:cubicBezTo>
                    <a:lnTo>
                      <a:pt x="170783" y="199358"/>
                    </a:lnTo>
                    <a:cubicBezTo>
                      <a:pt x="182118" y="191643"/>
                      <a:pt x="191834" y="181928"/>
                      <a:pt x="199549" y="170593"/>
                    </a:cubicBezTo>
                    <a:lnTo>
                      <a:pt x="174593" y="145542"/>
                    </a:lnTo>
                    <a:cubicBezTo>
                      <a:pt x="177451" y="140494"/>
                      <a:pt x="179641" y="135064"/>
                      <a:pt x="181261" y="129445"/>
                    </a:cubicBezTo>
                    <a:lnTo>
                      <a:pt x="216598" y="129445"/>
                    </a:lnTo>
                    <a:close/>
                    <a:moveTo>
                      <a:pt x="109252" y="131255"/>
                    </a:moveTo>
                    <a:cubicBezTo>
                      <a:pt x="97060" y="131255"/>
                      <a:pt x="87249" y="121349"/>
                      <a:pt x="87249" y="109252"/>
                    </a:cubicBezTo>
                    <a:cubicBezTo>
                      <a:pt x="87249" y="97155"/>
                      <a:pt x="97155" y="87249"/>
                      <a:pt x="109252" y="87249"/>
                    </a:cubicBezTo>
                    <a:cubicBezTo>
                      <a:pt x="121348" y="87249"/>
                      <a:pt x="131255" y="97155"/>
                      <a:pt x="131255" y="109252"/>
                    </a:cubicBezTo>
                    <a:cubicBezTo>
                      <a:pt x="131255" y="121349"/>
                      <a:pt x="121348" y="131255"/>
                      <a:pt x="109252" y="13125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30" name="Google Shape;630;p20"/>
              <p:cNvGrpSpPr/>
              <p:nvPr/>
            </p:nvGrpSpPr>
            <p:grpSpPr>
              <a:xfrm>
                <a:off x="7512843" y="685800"/>
                <a:ext cx="213931" cy="243077"/>
                <a:chOff x="7512843" y="685800"/>
                <a:chExt cx="213931" cy="243077"/>
              </a:xfrm>
            </p:grpSpPr>
            <p:grpSp>
              <p:nvGrpSpPr>
                <p:cNvPr id="631" name="Google Shape;631;p20"/>
                <p:cNvGrpSpPr/>
                <p:nvPr/>
              </p:nvGrpSpPr>
              <p:grpSpPr>
                <a:xfrm>
                  <a:off x="7512843" y="836580"/>
                  <a:ext cx="213931" cy="92297"/>
                  <a:chOff x="7512843" y="836580"/>
                  <a:chExt cx="213931" cy="92297"/>
                </a:xfrm>
              </p:grpSpPr>
              <p:sp>
                <p:nvSpPr>
                  <p:cNvPr id="632" name="Google Shape;632;p20"/>
                  <p:cNvSpPr/>
                  <p:nvPr/>
                </p:nvSpPr>
                <p:spPr>
                  <a:xfrm>
                    <a:off x="7512843" y="856011"/>
                    <a:ext cx="213931" cy="728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72866" extrusionOk="0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33" name="Google Shape;633;p20"/>
                  <p:cNvSpPr/>
                  <p:nvPr/>
                </p:nvSpPr>
                <p:spPr>
                  <a:xfrm>
                    <a:off x="7512843" y="836580"/>
                    <a:ext cx="213931" cy="388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38861" extrusionOk="0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634" name="Google Shape;634;p20"/>
                <p:cNvGrpSpPr/>
                <p:nvPr/>
              </p:nvGrpSpPr>
              <p:grpSpPr>
                <a:xfrm>
                  <a:off x="7512843" y="761238"/>
                  <a:ext cx="213931" cy="92296"/>
                  <a:chOff x="7512843" y="761238"/>
                  <a:chExt cx="213931" cy="92296"/>
                </a:xfrm>
              </p:grpSpPr>
              <p:sp>
                <p:nvSpPr>
                  <p:cNvPr id="635" name="Google Shape;635;p20"/>
                  <p:cNvSpPr/>
                  <p:nvPr/>
                </p:nvSpPr>
                <p:spPr>
                  <a:xfrm>
                    <a:off x="7512843" y="780668"/>
                    <a:ext cx="213931" cy="728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72866" extrusionOk="0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36" name="Google Shape;636;p20"/>
                  <p:cNvSpPr/>
                  <p:nvPr/>
                </p:nvSpPr>
                <p:spPr>
                  <a:xfrm>
                    <a:off x="7512843" y="761238"/>
                    <a:ext cx="213931" cy="388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38861" extrusionOk="0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637" name="Google Shape;637;p20"/>
                <p:cNvGrpSpPr/>
                <p:nvPr/>
              </p:nvGrpSpPr>
              <p:grpSpPr>
                <a:xfrm>
                  <a:off x="7512843" y="685800"/>
                  <a:ext cx="213931" cy="92297"/>
                  <a:chOff x="7512843" y="685800"/>
                  <a:chExt cx="213931" cy="92297"/>
                </a:xfrm>
              </p:grpSpPr>
              <p:sp>
                <p:nvSpPr>
                  <p:cNvPr id="638" name="Google Shape;638;p20"/>
                  <p:cNvSpPr/>
                  <p:nvPr/>
                </p:nvSpPr>
                <p:spPr>
                  <a:xfrm>
                    <a:off x="7512843" y="705231"/>
                    <a:ext cx="213931" cy="728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72866" extrusionOk="0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8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8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39" name="Google Shape;639;p20"/>
                  <p:cNvSpPr/>
                  <p:nvPr/>
                </p:nvSpPr>
                <p:spPr>
                  <a:xfrm>
                    <a:off x="7512843" y="685800"/>
                    <a:ext cx="213931" cy="388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38861" extrusionOk="0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</p:spTree>
    <p:extLst>
      <p:ext uri="{BB962C8B-B14F-4D97-AF65-F5344CB8AC3E}">
        <p14:creationId xmlns:p14="http://schemas.microsoft.com/office/powerpoint/2010/main" val="159268853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 only 2">
    <p:spTree>
      <p:nvGrpSpPr>
        <p:cNvPr id="1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21"/>
          <p:cNvSpPr/>
          <p:nvPr/>
        </p:nvSpPr>
        <p:spPr>
          <a:xfrm rot="9076707" flipH="1">
            <a:off x="10630429" y="-782469"/>
            <a:ext cx="2245065" cy="2230416"/>
          </a:xfrm>
          <a:custGeom>
            <a:avLst/>
            <a:gdLst/>
            <a:ahLst/>
            <a:cxnLst/>
            <a:rect l="l" t="t" r="r" b="b"/>
            <a:pathLst>
              <a:path w="38869" h="30330" extrusionOk="0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42" name="Google Shape;642;p21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grpSp>
        <p:nvGrpSpPr>
          <p:cNvPr id="643" name="Google Shape;643;p21"/>
          <p:cNvGrpSpPr/>
          <p:nvPr/>
        </p:nvGrpSpPr>
        <p:grpSpPr>
          <a:xfrm flipH="1">
            <a:off x="910732" y="6262027"/>
            <a:ext cx="434569" cy="539744"/>
            <a:chOff x="7385113" y="1535430"/>
            <a:chExt cx="435673" cy="541115"/>
          </a:xfrm>
        </p:grpSpPr>
        <p:sp>
          <p:nvSpPr>
            <p:cNvPr id="644" name="Google Shape;644;p21"/>
            <p:cNvSpPr/>
            <p:nvPr/>
          </p:nvSpPr>
          <p:spPr>
            <a:xfrm>
              <a:off x="7385113" y="1535430"/>
              <a:ext cx="435673" cy="541115"/>
            </a:xfrm>
            <a:custGeom>
              <a:avLst/>
              <a:gdLst/>
              <a:ahLst/>
              <a:cxnLst/>
              <a:rect l="l" t="t" r="r" b="b"/>
              <a:pathLst>
                <a:path w="435673" h="541115" extrusionOk="0">
                  <a:moveTo>
                    <a:pt x="394621" y="0"/>
                  </a:moveTo>
                  <a:cubicBezTo>
                    <a:pt x="417294" y="0"/>
                    <a:pt x="435674" y="18380"/>
                    <a:pt x="435674" y="41053"/>
                  </a:cubicBezTo>
                  <a:lnTo>
                    <a:pt x="435674" y="500062"/>
                  </a:lnTo>
                  <a:cubicBezTo>
                    <a:pt x="435674" y="522735"/>
                    <a:pt x="417294" y="541115"/>
                    <a:pt x="394621" y="541115"/>
                  </a:cubicBezTo>
                  <a:lnTo>
                    <a:pt x="41053" y="541115"/>
                  </a:lnTo>
                  <a:cubicBezTo>
                    <a:pt x="18380" y="541115"/>
                    <a:pt x="0" y="522735"/>
                    <a:pt x="0" y="500062"/>
                  </a:cubicBezTo>
                  <a:lnTo>
                    <a:pt x="0" y="41053"/>
                  </a:lnTo>
                  <a:cubicBezTo>
                    <a:pt x="0" y="18380"/>
                    <a:pt x="18380" y="0"/>
                    <a:pt x="4105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45" name="Google Shape;645;p21"/>
            <p:cNvGrpSpPr/>
            <p:nvPr/>
          </p:nvGrpSpPr>
          <p:grpSpPr>
            <a:xfrm>
              <a:off x="7612094" y="1566576"/>
              <a:ext cx="164781" cy="41529"/>
              <a:chOff x="7612094" y="1566576"/>
              <a:chExt cx="164781" cy="41529"/>
            </a:xfrm>
          </p:grpSpPr>
          <p:sp>
            <p:nvSpPr>
              <p:cNvPr id="646" name="Google Shape;646;p21"/>
              <p:cNvSpPr/>
              <p:nvPr/>
            </p:nvSpPr>
            <p:spPr>
              <a:xfrm>
                <a:off x="7735347" y="1566576"/>
                <a:ext cx="41528" cy="41529"/>
              </a:xfrm>
              <a:custGeom>
                <a:avLst/>
                <a:gdLst/>
                <a:ahLst/>
                <a:cxnLst/>
                <a:rect l="l" t="t" r="r" b="b"/>
                <a:pathLst>
                  <a:path w="41528" h="41529" extrusionOk="0">
                    <a:moveTo>
                      <a:pt x="41529" y="20765"/>
                    </a:moveTo>
                    <a:cubicBezTo>
                      <a:pt x="41529" y="32290"/>
                      <a:pt x="32195" y="41529"/>
                      <a:pt x="20764" y="41529"/>
                    </a:cubicBezTo>
                    <a:cubicBezTo>
                      <a:pt x="9335" y="41529"/>
                      <a:pt x="0" y="32194"/>
                      <a:pt x="0" y="20765"/>
                    </a:cubicBezTo>
                    <a:cubicBezTo>
                      <a:pt x="0" y="9334"/>
                      <a:pt x="9335" y="0"/>
                      <a:pt x="20764" y="0"/>
                    </a:cubicBezTo>
                    <a:cubicBezTo>
                      <a:pt x="32195" y="0"/>
                      <a:pt x="41529" y="9334"/>
                      <a:pt x="41529" y="20765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7" name="Google Shape;647;p21"/>
              <p:cNvSpPr/>
              <p:nvPr/>
            </p:nvSpPr>
            <p:spPr>
              <a:xfrm>
                <a:off x="7673721" y="1566576"/>
                <a:ext cx="41528" cy="41529"/>
              </a:xfrm>
              <a:custGeom>
                <a:avLst/>
                <a:gdLst/>
                <a:ahLst/>
                <a:cxnLst/>
                <a:rect l="l" t="t" r="r" b="b"/>
                <a:pathLst>
                  <a:path w="41528" h="41529" extrusionOk="0">
                    <a:moveTo>
                      <a:pt x="41529" y="20765"/>
                    </a:moveTo>
                    <a:cubicBezTo>
                      <a:pt x="41529" y="32290"/>
                      <a:pt x="32195" y="41529"/>
                      <a:pt x="20764" y="41529"/>
                    </a:cubicBezTo>
                    <a:cubicBezTo>
                      <a:pt x="9334" y="41529"/>
                      <a:pt x="0" y="32194"/>
                      <a:pt x="0" y="20765"/>
                    </a:cubicBezTo>
                    <a:cubicBezTo>
                      <a:pt x="0" y="9334"/>
                      <a:pt x="9334" y="0"/>
                      <a:pt x="20764" y="0"/>
                    </a:cubicBezTo>
                    <a:cubicBezTo>
                      <a:pt x="32195" y="0"/>
                      <a:pt x="41529" y="9334"/>
                      <a:pt x="41529" y="2076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8" name="Google Shape;648;p21"/>
              <p:cNvSpPr/>
              <p:nvPr/>
            </p:nvSpPr>
            <p:spPr>
              <a:xfrm>
                <a:off x="7612094" y="1566576"/>
                <a:ext cx="41529" cy="41529"/>
              </a:xfrm>
              <a:custGeom>
                <a:avLst/>
                <a:gdLst/>
                <a:ahLst/>
                <a:cxnLst/>
                <a:rect l="l" t="t" r="r" b="b"/>
                <a:pathLst>
                  <a:path w="41529" h="41529" extrusionOk="0">
                    <a:moveTo>
                      <a:pt x="41529" y="20765"/>
                    </a:moveTo>
                    <a:cubicBezTo>
                      <a:pt x="41529" y="32290"/>
                      <a:pt x="32195" y="41529"/>
                      <a:pt x="20764" y="41529"/>
                    </a:cubicBezTo>
                    <a:cubicBezTo>
                      <a:pt x="9335" y="41529"/>
                      <a:pt x="0" y="32194"/>
                      <a:pt x="0" y="20765"/>
                    </a:cubicBezTo>
                    <a:cubicBezTo>
                      <a:pt x="0" y="9334"/>
                      <a:pt x="9335" y="0"/>
                      <a:pt x="20764" y="0"/>
                    </a:cubicBezTo>
                    <a:cubicBezTo>
                      <a:pt x="32195" y="0"/>
                      <a:pt x="41529" y="9334"/>
                      <a:pt x="41529" y="2076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649" name="Google Shape;649;p21"/>
          <p:cNvGrpSpPr/>
          <p:nvPr/>
        </p:nvGrpSpPr>
        <p:grpSpPr>
          <a:xfrm flipH="1">
            <a:off x="951870" y="6366062"/>
            <a:ext cx="358181" cy="374620"/>
            <a:chOff x="7420451" y="1639728"/>
            <a:chExt cx="359091" cy="375571"/>
          </a:xfrm>
        </p:grpSpPr>
        <p:sp>
          <p:nvSpPr>
            <p:cNvPr id="650" name="Google Shape;650;p21"/>
            <p:cNvSpPr/>
            <p:nvPr/>
          </p:nvSpPr>
          <p:spPr>
            <a:xfrm>
              <a:off x="7420451" y="1852041"/>
              <a:ext cx="357473" cy="163258"/>
            </a:xfrm>
            <a:custGeom>
              <a:avLst/>
              <a:gdLst/>
              <a:ahLst/>
              <a:cxnLst/>
              <a:rect l="l" t="t" r="r" b="b"/>
              <a:pathLst>
                <a:path w="357473" h="163258" extrusionOk="0">
                  <a:moveTo>
                    <a:pt x="40196" y="72962"/>
                  </a:moveTo>
                  <a:lnTo>
                    <a:pt x="0" y="72962"/>
                  </a:lnTo>
                  <a:lnTo>
                    <a:pt x="0" y="90297"/>
                  </a:lnTo>
                  <a:lnTo>
                    <a:pt x="40196" y="90297"/>
                  </a:lnTo>
                  <a:lnTo>
                    <a:pt x="40196" y="72962"/>
                  </a:lnTo>
                  <a:close/>
                  <a:moveTo>
                    <a:pt x="185166" y="126778"/>
                  </a:moveTo>
                  <a:lnTo>
                    <a:pt x="294894" y="126778"/>
                  </a:lnTo>
                  <a:lnTo>
                    <a:pt x="294894" y="109347"/>
                  </a:lnTo>
                  <a:lnTo>
                    <a:pt x="185166" y="109347"/>
                  </a:lnTo>
                  <a:lnTo>
                    <a:pt x="185166" y="126778"/>
                  </a:lnTo>
                  <a:close/>
                  <a:moveTo>
                    <a:pt x="294894" y="0"/>
                  </a:moveTo>
                  <a:lnTo>
                    <a:pt x="38291" y="0"/>
                  </a:lnTo>
                  <a:lnTo>
                    <a:pt x="38291" y="17335"/>
                  </a:lnTo>
                  <a:lnTo>
                    <a:pt x="294894" y="17335"/>
                  </a:lnTo>
                  <a:lnTo>
                    <a:pt x="294894" y="0"/>
                  </a:lnTo>
                  <a:close/>
                  <a:moveTo>
                    <a:pt x="0" y="163259"/>
                  </a:moveTo>
                  <a:lnTo>
                    <a:pt x="99632" y="163259"/>
                  </a:lnTo>
                  <a:lnTo>
                    <a:pt x="99632" y="145828"/>
                  </a:lnTo>
                  <a:lnTo>
                    <a:pt x="0" y="145828"/>
                  </a:lnTo>
                  <a:lnTo>
                    <a:pt x="0" y="163259"/>
                  </a:lnTo>
                  <a:close/>
                  <a:moveTo>
                    <a:pt x="76581" y="36481"/>
                  </a:moveTo>
                  <a:lnTo>
                    <a:pt x="0" y="36481"/>
                  </a:lnTo>
                  <a:lnTo>
                    <a:pt x="0" y="53816"/>
                  </a:lnTo>
                  <a:lnTo>
                    <a:pt x="76581" y="53816"/>
                  </a:lnTo>
                  <a:lnTo>
                    <a:pt x="76581" y="36481"/>
                  </a:lnTo>
                  <a:close/>
                  <a:moveTo>
                    <a:pt x="52483" y="90297"/>
                  </a:moveTo>
                  <a:lnTo>
                    <a:pt x="207836" y="90297"/>
                  </a:lnTo>
                  <a:lnTo>
                    <a:pt x="207836" y="72962"/>
                  </a:lnTo>
                  <a:lnTo>
                    <a:pt x="52483" y="72962"/>
                  </a:lnTo>
                  <a:lnTo>
                    <a:pt x="52483" y="90297"/>
                  </a:lnTo>
                  <a:close/>
                  <a:moveTo>
                    <a:pt x="164402" y="109347"/>
                  </a:moveTo>
                  <a:lnTo>
                    <a:pt x="0" y="109347"/>
                  </a:lnTo>
                  <a:lnTo>
                    <a:pt x="0" y="126778"/>
                  </a:lnTo>
                  <a:lnTo>
                    <a:pt x="164402" y="126778"/>
                  </a:lnTo>
                  <a:lnTo>
                    <a:pt x="164402" y="109347"/>
                  </a:lnTo>
                  <a:close/>
                  <a:moveTo>
                    <a:pt x="220218" y="90297"/>
                  </a:moveTo>
                  <a:lnTo>
                    <a:pt x="357378" y="90297"/>
                  </a:lnTo>
                  <a:lnTo>
                    <a:pt x="357378" y="72962"/>
                  </a:lnTo>
                  <a:lnTo>
                    <a:pt x="220218" y="72962"/>
                  </a:lnTo>
                  <a:lnTo>
                    <a:pt x="220218" y="90297"/>
                  </a:lnTo>
                  <a:close/>
                  <a:moveTo>
                    <a:pt x="97441" y="53816"/>
                  </a:moveTo>
                  <a:lnTo>
                    <a:pt x="357474" y="53816"/>
                  </a:lnTo>
                  <a:lnTo>
                    <a:pt x="357474" y="36481"/>
                  </a:lnTo>
                  <a:lnTo>
                    <a:pt x="97441" y="36481"/>
                  </a:lnTo>
                  <a:lnTo>
                    <a:pt x="97441" y="53816"/>
                  </a:lnTo>
                  <a:close/>
                  <a:moveTo>
                    <a:pt x="305371" y="0"/>
                  </a:moveTo>
                  <a:lnTo>
                    <a:pt x="305371" y="17335"/>
                  </a:lnTo>
                  <a:lnTo>
                    <a:pt x="357378" y="17335"/>
                  </a:lnTo>
                  <a:lnTo>
                    <a:pt x="357378" y="0"/>
                  </a:lnTo>
                  <a:lnTo>
                    <a:pt x="305371" y="0"/>
                  </a:lnTo>
                  <a:close/>
                  <a:moveTo>
                    <a:pt x="315659" y="126778"/>
                  </a:moveTo>
                  <a:lnTo>
                    <a:pt x="357378" y="126778"/>
                  </a:lnTo>
                  <a:lnTo>
                    <a:pt x="357378" y="109347"/>
                  </a:lnTo>
                  <a:lnTo>
                    <a:pt x="315659" y="109347"/>
                  </a:lnTo>
                  <a:lnTo>
                    <a:pt x="315659" y="126778"/>
                  </a:lnTo>
                  <a:close/>
                  <a:moveTo>
                    <a:pt x="120396" y="163259"/>
                  </a:moveTo>
                  <a:lnTo>
                    <a:pt x="222981" y="163259"/>
                  </a:lnTo>
                  <a:lnTo>
                    <a:pt x="222981" y="145828"/>
                  </a:lnTo>
                  <a:lnTo>
                    <a:pt x="120396" y="145828"/>
                  </a:lnTo>
                  <a:lnTo>
                    <a:pt x="120396" y="163259"/>
                  </a:lnTo>
                  <a:close/>
                  <a:moveTo>
                    <a:pt x="235363" y="163259"/>
                  </a:moveTo>
                  <a:lnTo>
                    <a:pt x="313563" y="163259"/>
                  </a:lnTo>
                  <a:lnTo>
                    <a:pt x="313563" y="145828"/>
                  </a:lnTo>
                  <a:lnTo>
                    <a:pt x="235363" y="145828"/>
                  </a:lnTo>
                  <a:lnTo>
                    <a:pt x="235363" y="163259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1" name="Google Shape;651;p21"/>
            <p:cNvSpPr/>
            <p:nvPr/>
          </p:nvSpPr>
          <p:spPr>
            <a:xfrm>
              <a:off x="7425594" y="1639728"/>
              <a:ext cx="353948" cy="180117"/>
            </a:xfrm>
            <a:custGeom>
              <a:avLst/>
              <a:gdLst/>
              <a:ahLst/>
              <a:cxnLst/>
              <a:rect l="l" t="t" r="r" b="b"/>
              <a:pathLst>
                <a:path w="353948" h="180117" extrusionOk="0">
                  <a:moveTo>
                    <a:pt x="0" y="0"/>
                  </a:moveTo>
                  <a:lnTo>
                    <a:pt x="353949" y="0"/>
                  </a:lnTo>
                  <a:lnTo>
                    <a:pt x="353949" y="180118"/>
                  </a:lnTo>
                  <a:lnTo>
                    <a:pt x="0" y="180118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52" name="Google Shape;652;p21"/>
          <p:cNvGrpSpPr/>
          <p:nvPr/>
        </p:nvGrpSpPr>
        <p:grpSpPr>
          <a:xfrm flipH="1">
            <a:off x="128267" y="5959129"/>
            <a:ext cx="473925" cy="858763"/>
            <a:chOff x="1945386" y="5582316"/>
            <a:chExt cx="470725" cy="852963"/>
          </a:xfrm>
        </p:grpSpPr>
        <p:grpSp>
          <p:nvGrpSpPr>
            <p:cNvPr id="653" name="Google Shape;653;p21"/>
            <p:cNvGrpSpPr/>
            <p:nvPr/>
          </p:nvGrpSpPr>
          <p:grpSpPr>
            <a:xfrm>
              <a:off x="1945386" y="5582316"/>
              <a:ext cx="470725" cy="852963"/>
              <a:chOff x="1945386" y="5582316"/>
              <a:chExt cx="470725" cy="852963"/>
            </a:xfrm>
          </p:grpSpPr>
          <p:sp>
            <p:nvSpPr>
              <p:cNvPr id="654" name="Google Shape;654;p21"/>
              <p:cNvSpPr/>
              <p:nvPr/>
            </p:nvSpPr>
            <p:spPr>
              <a:xfrm>
                <a:off x="1945386" y="5582316"/>
                <a:ext cx="470725" cy="852963"/>
              </a:xfrm>
              <a:custGeom>
                <a:avLst/>
                <a:gdLst/>
                <a:ahLst/>
                <a:cxnLst/>
                <a:rect l="l" t="t" r="r" b="b"/>
                <a:pathLst>
                  <a:path w="470725" h="852963" extrusionOk="0">
                    <a:moveTo>
                      <a:pt x="435388" y="0"/>
                    </a:moveTo>
                    <a:cubicBezTo>
                      <a:pt x="454904" y="0"/>
                      <a:pt x="470726" y="15821"/>
                      <a:pt x="470726" y="35338"/>
                    </a:cubicBezTo>
                    <a:lnTo>
                      <a:pt x="470726" y="817626"/>
                    </a:lnTo>
                    <a:cubicBezTo>
                      <a:pt x="470726" y="837143"/>
                      <a:pt x="454904" y="852964"/>
                      <a:pt x="435388" y="852964"/>
                    </a:cubicBezTo>
                    <a:lnTo>
                      <a:pt x="35338" y="852964"/>
                    </a:lnTo>
                    <a:cubicBezTo>
                      <a:pt x="15821" y="852964"/>
                      <a:pt x="0" y="837143"/>
                      <a:pt x="0" y="817626"/>
                    </a:cubicBezTo>
                    <a:lnTo>
                      <a:pt x="0" y="35338"/>
                    </a:lnTo>
                    <a:cubicBezTo>
                      <a:pt x="0" y="15822"/>
                      <a:pt x="15821" y="0"/>
                      <a:pt x="3533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5" name="Google Shape;655;p21"/>
              <p:cNvSpPr/>
              <p:nvPr/>
            </p:nvSpPr>
            <p:spPr>
              <a:xfrm>
                <a:off x="1965864" y="5625846"/>
                <a:ext cx="429577" cy="699420"/>
              </a:xfrm>
              <a:custGeom>
                <a:avLst/>
                <a:gdLst/>
                <a:ahLst/>
                <a:cxnLst/>
                <a:rect l="l" t="t" r="r" b="b"/>
                <a:pathLst>
                  <a:path w="429577" h="699420" extrusionOk="0">
                    <a:moveTo>
                      <a:pt x="0" y="0"/>
                    </a:moveTo>
                    <a:lnTo>
                      <a:pt x="429578" y="0"/>
                    </a:lnTo>
                    <a:lnTo>
                      <a:pt x="429578" y="699421"/>
                    </a:lnTo>
                    <a:lnTo>
                      <a:pt x="0" y="69942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56" name="Google Shape;656;p21"/>
            <p:cNvSpPr/>
            <p:nvPr/>
          </p:nvSpPr>
          <p:spPr>
            <a:xfrm>
              <a:off x="1986438" y="6371462"/>
              <a:ext cx="388334" cy="32194"/>
            </a:xfrm>
            <a:custGeom>
              <a:avLst/>
              <a:gdLst/>
              <a:ahLst/>
              <a:cxnLst/>
              <a:rect l="l" t="t" r="r" b="b"/>
              <a:pathLst>
                <a:path w="388334" h="32194" extrusionOk="0">
                  <a:moveTo>
                    <a:pt x="88011" y="0"/>
                  </a:moveTo>
                  <a:lnTo>
                    <a:pt x="16097" y="0"/>
                  </a:lnTo>
                  <a:cubicBezTo>
                    <a:pt x="7239" y="0"/>
                    <a:pt x="0" y="7239"/>
                    <a:pt x="0" y="16097"/>
                  </a:cubicBezTo>
                  <a:cubicBezTo>
                    <a:pt x="0" y="24955"/>
                    <a:pt x="7239" y="32195"/>
                    <a:pt x="16097" y="32195"/>
                  </a:cubicBezTo>
                  <a:lnTo>
                    <a:pt x="88011" y="32195"/>
                  </a:lnTo>
                  <a:cubicBezTo>
                    <a:pt x="96869" y="32195"/>
                    <a:pt x="104108" y="24955"/>
                    <a:pt x="104108" y="16097"/>
                  </a:cubicBezTo>
                  <a:cubicBezTo>
                    <a:pt x="104108" y="7239"/>
                    <a:pt x="96869" y="0"/>
                    <a:pt x="88011" y="0"/>
                  </a:cubicBezTo>
                  <a:close/>
                  <a:moveTo>
                    <a:pt x="230124" y="0"/>
                  </a:moveTo>
                  <a:lnTo>
                    <a:pt x="158210" y="0"/>
                  </a:lnTo>
                  <a:cubicBezTo>
                    <a:pt x="149352" y="0"/>
                    <a:pt x="142113" y="7239"/>
                    <a:pt x="142113" y="16097"/>
                  </a:cubicBezTo>
                  <a:cubicBezTo>
                    <a:pt x="142113" y="24955"/>
                    <a:pt x="149352" y="32195"/>
                    <a:pt x="158210" y="32195"/>
                  </a:cubicBezTo>
                  <a:lnTo>
                    <a:pt x="230124" y="32195"/>
                  </a:lnTo>
                  <a:cubicBezTo>
                    <a:pt x="238982" y="32195"/>
                    <a:pt x="246221" y="24955"/>
                    <a:pt x="246221" y="16097"/>
                  </a:cubicBezTo>
                  <a:cubicBezTo>
                    <a:pt x="246221" y="7239"/>
                    <a:pt x="238982" y="0"/>
                    <a:pt x="230124" y="0"/>
                  </a:cubicBezTo>
                  <a:close/>
                  <a:moveTo>
                    <a:pt x="372237" y="0"/>
                  </a:moveTo>
                  <a:lnTo>
                    <a:pt x="300323" y="0"/>
                  </a:lnTo>
                  <a:cubicBezTo>
                    <a:pt x="291465" y="0"/>
                    <a:pt x="284226" y="7239"/>
                    <a:pt x="284226" y="16097"/>
                  </a:cubicBezTo>
                  <a:cubicBezTo>
                    <a:pt x="284226" y="24955"/>
                    <a:pt x="291465" y="32195"/>
                    <a:pt x="300323" y="32195"/>
                  </a:cubicBezTo>
                  <a:lnTo>
                    <a:pt x="372237" y="32195"/>
                  </a:lnTo>
                  <a:cubicBezTo>
                    <a:pt x="381095" y="32195"/>
                    <a:pt x="388334" y="24955"/>
                    <a:pt x="388334" y="16097"/>
                  </a:cubicBezTo>
                  <a:cubicBezTo>
                    <a:pt x="388334" y="7239"/>
                    <a:pt x="381095" y="0"/>
                    <a:pt x="3722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57" name="Google Shape;657;p21"/>
          <p:cNvGrpSpPr/>
          <p:nvPr/>
        </p:nvGrpSpPr>
        <p:grpSpPr>
          <a:xfrm>
            <a:off x="10634651" y="154890"/>
            <a:ext cx="1415972" cy="745332"/>
            <a:chOff x="3859815" y="2867310"/>
            <a:chExt cx="1262157" cy="664368"/>
          </a:xfrm>
        </p:grpSpPr>
        <p:sp>
          <p:nvSpPr>
            <p:cNvPr id="658" name="Google Shape;658;p21"/>
            <p:cNvSpPr/>
            <p:nvPr/>
          </p:nvSpPr>
          <p:spPr>
            <a:xfrm>
              <a:off x="3859815" y="2867310"/>
              <a:ext cx="1262157" cy="664368"/>
            </a:xfrm>
            <a:custGeom>
              <a:avLst/>
              <a:gdLst/>
              <a:ahLst/>
              <a:cxnLst/>
              <a:rect l="l" t="t" r="r" b="b"/>
              <a:pathLst>
                <a:path w="1262157" h="664368" extrusionOk="0">
                  <a:moveTo>
                    <a:pt x="1102233" y="344424"/>
                  </a:moveTo>
                  <a:cubicBezTo>
                    <a:pt x="1090231" y="344424"/>
                    <a:pt x="1078611" y="345757"/>
                    <a:pt x="1067372" y="348234"/>
                  </a:cubicBezTo>
                  <a:cubicBezTo>
                    <a:pt x="1048131" y="223838"/>
                    <a:pt x="945166" y="127159"/>
                    <a:pt x="817816" y="117348"/>
                  </a:cubicBezTo>
                  <a:cubicBezTo>
                    <a:pt x="756856" y="45625"/>
                    <a:pt x="666083" y="0"/>
                    <a:pt x="564547" y="0"/>
                  </a:cubicBezTo>
                  <a:cubicBezTo>
                    <a:pt x="398526" y="0"/>
                    <a:pt x="260890" y="121825"/>
                    <a:pt x="236220" y="280988"/>
                  </a:cubicBezTo>
                  <a:cubicBezTo>
                    <a:pt x="222599" y="277939"/>
                    <a:pt x="208502" y="276320"/>
                    <a:pt x="194024" y="276320"/>
                  </a:cubicBezTo>
                  <a:cubicBezTo>
                    <a:pt x="86868" y="276320"/>
                    <a:pt x="0" y="363188"/>
                    <a:pt x="0" y="470345"/>
                  </a:cubicBezTo>
                  <a:cubicBezTo>
                    <a:pt x="0" y="577501"/>
                    <a:pt x="86868" y="664369"/>
                    <a:pt x="194024" y="664369"/>
                  </a:cubicBezTo>
                  <a:lnTo>
                    <a:pt x="1102138" y="664369"/>
                  </a:lnTo>
                  <a:cubicBezTo>
                    <a:pt x="1190530" y="664369"/>
                    <a:pt x="1262158" y="592741"/>
                    <a:pt x="1262158" y="504349"/>
                  </a:cubicBezTo>
                  <a:cubicBezTo>
                    <a:pt x="1262158" y="415957"/>
                    <a:pt x="1190530" y="344329"/>
                    <a:pt x="1102138" y="344329"/>
                  </a:cubicBezTo>
                  <a:close/>
                </a:path>
              </a:pathLst>
            </a:custGeom>
            <a:solidFill>
              <a:srgbClr val="42444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59" name="Google Shape;659;p21"/>
            <p:cNvGrpSpPr/>
            <p:nvPr/>
          </p:nvGrpSpPr>
          <p:grpSpPr>
            <a:xfrm>
              <a:off x="4275677" y="3065525"/>
              <a:ext cx="334517" cy="380047"/>
              <a:chOff x="4275677" y="3065525"/>
              <a:chExt cx="334517" cy="380047"/>
            </a:xfrm>
          </p:grpSpPr>
          <p:grpSp>
            <p:nvGrpSpPr>
              <p:cNvPr id="660" name="Google Shape;660;p21"/>
              <p:cNvGrpSpPr/>
              <p:nvPr/>
            </p:nvGrpSpPr>
            <p:grpSpPr>
              <a:xfrm>
                <a:off x="4275677" y="3065525"/>
                <a:ext cx="334517" cy="380047"/>
                <a:chOff x="4275677" y="3065525"/>
                <a:chExt cx="334517" cy="380047"/>
              </a:xfrm>
            </p:grpSpPr>
            <p:grpSp>
              <p:nvGrpSpPr>
                <p:cNvPr id="661" name="Google Shape;661;p21"/>
                <p:cNvGrpSpPr/>
                <p:nvPr/>
              </p:nvGrpSpPr>
              <p:grpSpPr>
                <a:xfrm>
                  <a:off x="4275677" y="3301269"/>
                  <a:ext cx="334422" cy="144303"/>
                  <a:chOff x="4275677" y="3301269"/>
                  <a:chExt cx="334422" cy="144303"/>
                </a:xfrm>
              </p:grpSpPr>
              <p:sp>
                <p:nvSpPr>
                  <p:cNvPr id="662" name="Google Shape;662;p21"/>
                  <p:cNvSpPr/>
                  <p:nvPr/>
                </p:nvSpPr>
                <p:spPr>
                  <a:xfrm>
                    <a:off x="4275677" y="3331654"/>
                    <a:ext cx="334422" cy="113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422" h="113918" extrusionOk="0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63" name="Google Shape;663;p21"/>
                  <p:cNvSpPr/>
                  <p:nvPr/>
                </p:nvSpPr>
                <p:spPr>
                  <a:xfrm>
                    <a:off x="4275772" y="3301269"/>
                    <a:ext cx="334327" cy="60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327" h="60769" extrusionOk="0">
                        <a:moveTo>
                          <a:pt x="334328" y="30385"/>
                        </a:moveTo>
                        <a:cubicBezTo>
                          <a:pt x="334328" y="47166"/>
                          <a:pt x="259486" y="60770"/>
                          <a:pt x="167164" y="60770"/>
                        </a:cubicBezTo>
                        <a:cubicBezTo>
                          <a:pt x="74842" y="60770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664" name="Google Shape;664;p21"/>
                <p:cNvGrpSpPr/>
                <p:nvPr/>
              </p:nvGrpSpPr>
              <p:grpSpPr>
                <a:xfrm>
                  <a:off x="4275677" y="3183350"/>
                  <a:ext cx="334422" cy="144302"/>
                  <a:chOff x="4275677" y="3183350"/>
                  <a:chExt cx="334422" cy="144302"/>
                </a:xfrm>
              </p:grpSpPr>
              <p:sp>
                <p:nvSpPr>
                  <p:cNvPr id="665" name="Google Shape;665;p21"/>
                  <p:cNvSpPr/>
                  <p:nvPr/>
                </p:nvSpPr>
                <p:spPr>
                  <a:xfrm>
                    <a:off x="4275677" y="3213734"/>
                    <a:ext cx="334422" cy="113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422" h="113918" extrusionOk="0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66" name="Google Shape;666;p21"/>
                  <p:cNvSpPr/>
                  <p:nvPr/>
                </p:nvSpPr>
                <p:spPr>
                  <a:xfrm>
                    <a:off x="4275772" y="3183350"/>
                    <a:ext cx="334327" cy="60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327" h="60769" extrusionOk="0">
                        <a:moveTo>
                          <a:pt x="334328" y="30385"/>
                        </a:moveTo>
                        <a:cubicBezTo>
                          <a:pt x="334328" y="47166"/>
                          <a:pt x="259486" y="60769"/>
                          <a:pt x="167164" y="60769"/>
                        </a:cubicBezTo>
                        <a:cubicBezTo>
                          <a:pt x="74842" y="60769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667" name="Google Shape;667;p21"/>
                <p:cNvGrpSpPr/>
                <p:nvPr/>
              </p:nvGrpSpPr>
              <p:grpSpPr>
                <a:xfrm>
                  <a:off x="4275677" y="3065525"/>
                  <a:ext cx="334517" cy="144303"/>
                  <a:chOff x="4275677" y="3065525"/>
                  <a:chExt cx="334517" cy="144303"/>
                </a:xfrm>
              </p:grpSpPr>
              <p:sp>
                <p:nvSpPr>
                  <p:cNvPr id="668" name="Google Shape;668;p21"/>
                  <p:cNvSpPr/>
                  <p:nvPr/>
                </p:nvSpPr>
                <p:spPr>
                  <a:xfrm>
                    <a:off x="4275677" y="3095910"/>
                    <a:ext cx="334422" cy="113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422" h="113918" extrusionOk="0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69" name="Google Shape;669;p21"/>
                  <p:cNvSpPr/>
                  <p:nvPr/>
                </p:nvSpPr>
                <p:spPr>
                  <a:xfrm>
                    <a:off x="4275867" y="3065525"/>
                    <a:ext cx="334327" cy="60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327" h="60769" extrusionOk="0">
                        <a:moveTo>
                          <a:pt x="334328" y="30385"/>
                        </a:moveTo>
                        <a:cubicBezTo>
                          <a:pt x="334328" y="47149"/>
                          <a:pt x="259461" y="60770"/>
                          <a:pt x="167164" y="60770"/>
                        </a:cubicBezTo>
                        <a:cubicBezTo>
                          <a:pt x="74866" y="60770"/>
                          <a:pt x="0" y="47149"/>
                          <a:pt x="0" y="30385"/>
                        </a:cubicBezTo>
                        <a:cubicBezTo>
                          <a:pt x="0" y="13621"/>
                          <a:pt x="74866" y="0"/>
                          <a:pt x="167164" y="0"/>
                        </a:cubicBezTo>
                        <a:cubicBezTo>
                          <a:pt x="259461" y="0"/>
                          <a:pt x="334328" y="13621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670" name="Google Shape;670;p21"/>
              <p:cNvSpPr/>
              <p:nvPr/>
            </p:nvSpPr>
            <p:spPr>
              <a:xfrm>
                <a:off x="4529994" y="3140487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2"/>
                      <a:pt x="8572" y="0"/>
                      <a:pt x="19050" y="0"/>
                    </a:cubicBezTo>
                    <a:cubicBezTo>
                      <a:pt x="29528" y="0"/>
                      <a:pt x="38100" y="8572"/>
                      <a:pt x="38100" y="19050"/>
                    </a:cubicBezTo>
                    <a:close/>
                  </a:path>
                </a:pathLst>
              </a:custGeom>
              <a:solidFill>
                <a:srgbClr val="55C0E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1" name="Google Shape;671;p21"/>
              <p:cNvSpPr/>
              <p:nvPr/>
            </p:nvSpPr>
            <p:spPr>
              <a:xfrm>
                <a:off x="4529994" y="3256216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2" name="Google Shape;672;p21"/>
              <p:cNvSpPr/>
              <p:nvPr/>
            </p:nvSpPr>
            <p:spPr>
              <a:xfrm>
                <a:off x="4529994" y="3377088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673" name="Google Shape;673;p21"/>
          <p:cNvGrpSpPr/>
          <p:nvPr/>
        </p:nvGrpSpPr>
        <p:grpSpPr>
          <a:xfrm rot="5400000" flipH="1">
            <a:off x="743963" y="6262138"/>
            <a:ext cx="21772" cy="291053"/>
            <a:chOff x="10809827" y="4402455"/>
            <a:chExt cx="24764" cy="330993"/>
          </a:xfrm>
        </p:grpSpPr>
        <p:sp>
          <p:nvSpPr>
            <p:cNvPr id="674" name="Google Shape;674;p21"/>
            <p:cNvSpPr/>
            <p:nvPr/>
          </p:nvSpPr>
          <p:spPr>
            <a:xfrm>
              <a:off x="10822209" y="4414266"/>
              <a:ext cx="9525" cy="307467"/>
            </a:xfrm>
            <a:custGeom>
              <a:avLst/>
              <a:gdLst/>
              <a:ahLst/>
              <a:cxnLst/>
              <a:rect l="l" t="t" r="r" b="b"/>
              <a:pathLst>
                <a:path w="9525" h="307467" extrusionOk="0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w="10950" cap="flat" cmpd="sng">
              <a:solidFill>
                <a:schemeClr val="accent4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5" name="Google Shape;675;p21"/>
            <p:cNvSpPr/>
            <p:nvPr/>
          </p:nvSpPr>
          <p:spPr>
            <a:xfrm>
              <a:off x="10809827" y="4708683"/>
              <a:ext cx="24764" cy="24765"/>
            </a:xfrm>
            <a:custGeom>
              <a:avLst/>
              <a:gdLst/>
              <a:ahLst/>
              <a:cxnLst/>
              <a:rect l="l" t="t" r="r" b="b"/>
              <a:pathLst>
                <a:path w="24764" h="24765" extrusionOk="0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6" name="Google Shape;676;p21"/>
            <p:cNvSpPr/>
            <p:nvPr/>
          </p:nvSpPr>
          <p:spPr>
            <a:xfrm>
              <a:off x="10809827" y="4402455"/>
              <a:ext cx="24764" cy="24764"/>
            </a:xfrm>
            <a:custGeom>
              <a:avLst/>
              <a:gdLst/>
              <a:ahLst/>
              <a:cxnLst/>
              <a:rect l="l" t="t" r="r" b="b"/>
              <a:pathLst>
                <a:path w="24764" h="24764" extrusionOk="0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77" name="Google Shape;677;p21"/>
          <p:cNvSpPr/>
          <p:nvPr/>
        </p:nvSpPr>
        <p:spPr>
          <a:xfrm rot="-532595">
            <a:off x="10645519" y="5897002"/>
            <a:ext cx="2214932" cy="1790988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78" name="Google Shape;678;p21"/>
          <p:cNvSpPr/>
          <p:nvPr/>
        </p:nvSpPr>
        <p:spPr>
          <a:xfrm rot="-5145822" flipH="1">
            <a:off x="-1646962" y="96113"/>
            <a:ext cx="3205723" cy="1758123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05160370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hanks">
    <p:spTree>
      <p:nvGrpSpPr>
        <p:cNvPr id="1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22"/>
          <p:cNvSpPr txBox="1">
            <a:spLocks noGrp="1"/>
          </p:cNvSpPr>
          <p:nvPr>
            <p:ph type="title"/>
          </p:nvPr>
        </p:nvSpPr>
        <p:spPr>
          <a:xfrm>
            <a:off x="3130584" y="1329600"/>
            <a:ext cx="5930800" cy="141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1333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681" name="Google Shape;681;p22"/>
          <p:cNvSpPr txBox="1">
            <a:spLocks noGrp="1"/>
          </p:cNvSpPr>
          <p:nvPr>
            <p:ph type="subTitle" idx="1"/>
          </p:nvPr>
        </p:nvSpPr>
        <p:spPr>
          <a:xfrm>
            <a:off x="3130533" y="2455267"/>
            <a:ext cx="5930800" cy="141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682" name="Google Shape;682;p22"/>
          <p:cNvSpPr txBox="1"/>
          <p:nvPr/>
        </p:nvSpPr>
        <p:spPr>
          <a:xfrm>
            <a:off x="2798800" y="4815933"/>
            <a:ext cx="6594400" cy="7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CREDITS:</a:t>
            </a:r>
            <a:r>
              <a:rPr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This presentation template was created by </a:t>
            </a:r>
            <a:r>
              <a:rPr lang="en" sz="1600" b="1" u="sng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2"/>
              </a:rPr>
              <a:t>Slidesgo</a:t>
            </a:r>
            <a:r>
              <a:rPr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and includes icons, infographics &amp; images by </a:t>
            </a:r>
            <a:r>
              <a:rPr lang="en" sz="1600" b="1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6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sz="1600" b="1" u="sng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83" name="Google Shape;683;p22"/>
          <p:cNvSpPr/>
          <p:nvPr/>
        </p:nvSpPr>
        <p:spPr>
          <a:xfrm rot="-2493044" flipH="1">
            <a:off x="-1448941" y="-760373"/>
            <a:ext cx="3870549" cy="3129716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84" name="Google Shape;684;p22"/>
          <p:cNvSpPr/>
          <p:nvPr/>
        </p:nvSpPr>
        <p:spPr>
          <a:xfrm rot="-5051288" flipH="1">
            <a:off x="9637003" y="4601975"/>
            <a:ext cx="3997104" cy="3435076"/>
          </a:xfrm>
          <a:custGeom>
            <a:avLst/>
            <a:gdLst/>
            <a:ahLst/>
            <a:cxnLst/>
            <a:rect l="l" t="t" r="r" b="b"/>
            <a:pathLst>
              <a:path w="38869" h="30330" extrusionOk="0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85" name="Google Shape;685;p22"/>
          <p:cNvSpPr/>
          <p:nvPr/>
        </p:nvSpPr>
        <p:spPr>
          <a:xfrm rot="460638" flipH="1">
            <a:off x="237898" y="4990385"/>
            <a:ext cx="1812815" cy="1630073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86" name="Google Shape;686;p22"/>
          <p:cNvSpPr/>
          <p:nvPr/>
        </p:nvSpPr>
        <p:spPr>
          <a:xfrm rot="460623" flipH="1">
            <a:off x="8910851" y="-2765613"/>
            <a:ext cx="5449415" cy="4406276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8032609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23"/>
          <p:cNvSpPr/>
          <p:nvPr/>
        </p:nvSpPr>
        <p:spPr>
          <a:xfrm rot="-1900174" flipH="1">
            <a:off x="-666745" y="-581420"/>
            <a:ext cx="2306144" cy="1864741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89" name="Google Shape;689;p23"/>
          <p:cNvSpPr/>
          <p:nvPr/>
        </p:nvSpPr>
        <p:spPr>
          <a:xfrm rot="-3263452" flipH="1">
            <a:off x="7796196" y="5237236"/>
            <a:ext cx="3997141" cy="3435056"/>
          </a:xfrm>
          <a:custGeom>
            <a:avLst/>
            <a:gdLst/>
            <a:ahLst/>
            <a:cxnLst/>
            <a:rect l="l" t="t" r="r" b="b"/>
            <a:pathLst>
              <a:path w="38869" h="30330" extrusionOk="0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90" name="Google Shape;690;p23"/>
          <p:cNvSpPr/>
          <p:nvPr/>
        </p:nvSpPr>
        <p:spPr>
          <a:xfrm rot="460623" flipH="1">
            <a:off x="8516335" y="-2022779"/>
            <a:ext cx="5449415" cy="4406276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91" name="Google Shape;691;p23"/>
          <p:cNvSpPr/>
          <p:nvPr/>
        </p:nvSpPr>
        <p:spPr>
          <a:xfrm rot="531593" flipH="1">
            <a:off x="-1630384" y="5105842"/>
            <a:ext cx="3870616" cy="3129769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692" name="Google Shape;692;p23"/>
          <p:cNvGrpSpPr/>
          <p:nvPr/>
        </p:nvGrpSpPr>
        <p:grpSpPr>
          <a:xfrm>
            <a:off x="10575830" y="236125"/>
            <a:ext cx="1330431" cy="982793"/>
            <a:chOff x="7931872" y="177093"/>
            <a:chExt cx="997823" cy="737095"/>
          </a:xfrm>
        </p:grpSpPr>
        <p:grpSp>
          <p:nvGrpSpPr>
            <p:cNvPr id="693" name="Google Shape;693;p23"/>
            <p:cNvGrpSpPr/>
            <p:nvPr/>
          </p:nvGrpSpPr>
          <p:grpSpPr>
            <a:xfrm>
              <a:off x="7931872" y="177093"/>
              <a:ext cx="919725" cy="318025"/>
              <a:chOff x="7230903" y="4635722"/>
              <a:chExt cx="652843" cy="225742"/>
            </a:xfrm>
          </p:grpSpPr>
          <p:sp>
            <p:nvSpPr>
              <p:cNvPr id="694" name="Google Shape;694;p23"/>
              <p:cNvSpPr/>
              <p:nvPr/>
            </p:nvSpPr>
            <p:spPr>
              <a:xfrm>
                <a:off x="7230903" y="4635722"/>
                <a:ext cx="652843" cy="225742"/>
              </a:xfrm>
              <a:custGeom>
                <a:avLst/>
                <a:gdLst/>
                <a:ahLst/>
                <a:cxnLst/>
                <a:rect l="l" t="t" r="r" b="b"/>
                <a:pathLst>
                  <a:path w="652843" h="225742" extrusionOk="0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3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3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5" name="Google Shape;695;p23"/>
              <p:cNvSpPr/>
              <p:nvPr/>
            </p:nvSpPr>
            <p:spPr>
              <a:xfrm>
                <a:off x="7287577" y="4672107"/>
                <a:ext cx="151161" cy="151161"/>
              </a:xfrm>
              <a:custGeom>
                <a:avLst/>
                <a:gdLst/>
                <a:ahLst/>
                <a:cxnLst/>
                <a:rect l="l" t="t" r="r" b="b"/>
                <a:pathLst>
                  <a:path w="151161" h="151161" extrusionOk="0">
                    <a:moveTo>
                      <a:pt x="0" y="0"/>
                    </a:moveTo>
                    <a:lnTo>
                      <a:pt x="151161" y="0"/>
                    </a:lnTo>
                    <a:lnTo>
                      <a:pt x="151161" y="151162"/>
                    </a:lnTo>
                    <a:lnTo>
                      <a:pt x="0" y="15116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96" name="Google Shape;696;p23"/>
              <p:cNvGrpSpPr/>
              <p:nvPr/>
            </p:nvGrpSpPr>
            <p:grpSpPr>
              <a:xfrm>
                <a:off x="7487126" y="4676394"/>
                <a:ext cx="332041" cy="142684"/>
                <a:chOff x="7487126" y="4676394"/>
                <a:chExt cx="332041" cy="142684"/>
              </a:xfrm>
            </p:grpSpPr>
            <p:sp>
              <p:nvSpPr>
                <p:cNvPr id="697" name="Google Shape;697;p23"/>
                <p:cNvSpPr/>
                <p:nvPr/>
              </p:nvSpPr>
              <p:spPr>
                <a:xfrm>
                  <a:off x="7487126" y="4676394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98" name="Google Shape;698;p23"/>
                <p:cNvSpPr/>
                <p:nvPr/>
              </p:nvSpPr>
              <p:spPr>
                <a:xfrm>
                  <a:off x="7487126" y="4717161"/>
                  <a:ext cx="290322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0322" h="20383" extrusionOk="0">
                      <a:moveTo>
                        <a:pt x="0" y="0"/>
                      </a:moveTo>
                      <a:lnTo>
                        <a:pt x="290322" y="0"/>
                      </a:lnTo>
                      <a:lnTo>
                        <a:pt x="29032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99" name="Google Shape;699;p23"/>
                <p:cNvSpPr/>
                <p:nvPr/>
              </p:nvSpPr>
              <p:spPr>
                <a:xfrm>
                  <a:off x="7487126" y="4757928"/>
                  <a:ext cx="303942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3942" h="20383" extrusionOk="0">
                      <a:moveTo>
                        <a:pt x="0" y="0"/>
                      </a:moveTo>
                      <a:lnTo>
                        <a:pt x="303942" y="0"/>
                      </a:lnTo>
                      <a:lnTo>
                        <a:pt x="30394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00" name="Google Shape;700;p23"/>
                <p:cNvSpPr/>
                <p:nvPr/>
              </p:nvSpPr>
              <p:spPr>
                <a:xfrm>
                  <a:off x="7487126" y="4798695"/>
                  <a:ext cx="17154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545" h="20383" extrusionOk="0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701" name="Google Shape;701;p23"/>
            <p:cNvGrpSpPr/>
            <p:nvPr/>
          </p:nvGrpSpPr>
          <p:grpSpPr>
            <a:xfrm>
              <a:off x="7931872" y="596163"/>
              <a:ext cx="919725" cy="318025"/>
              <a:chOff x="7230903" y="4933188"/>
              <a:chExt cx="652843" cy="225742"/>
            </a:xfrm>
          </p:grpSpPr>
          <p:grpSp>
            <p:nvGrpSpPr>
              <p:cNvPr id="702" name="Google Shape;702;p23"/>
              <p:cNvGrpSpPr/>
              <p:nvPr/>
            </p:nvGrpSpPr>
            <p:grpSpPr>
              <a:xfrm>
                <a:off x="7230903" y="4933188"/>
                <a:ext cx="652843" cy="225742"/>
                <a:chOff x="7230903" y="4933188"/>
                <a:chExt cx="652843" cy="225742"/>
              </a:xfrm>
            </p:grpSpPr>
            <p:sp>
              <p:nvSpPr>
                <p:cNvPr id="703" name="Google Shape;703;p23"/>
                <p:cNvSpPr/>
                <p:nvPr/>
              </p:nvSpPr>
              <p:spPr>
                <a:xfrm>
                  <a:off x="7230903" y="4933188"/>
                  <a:ext cx="652843" cy="2257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2843" h="225742" extrusionOk="0">
                      <a:moveTo>
                        <a:pt x="619030" y="0"/>
                      </a:moveTo>
                      <a:cubicBezTo>
                        <a:pt x="637705" y="0"/>
                        <a:pt x="652844" y="15139"/>
                        <a:pt x="652844" y="33814"/>
                      </a:cubicBezTo>
                      <a:lnTo>
                        <a:pt x="652844" y="191929"/>
                      </a:lnTo>
                      <a:cubicBezTo>
                        <a:pt x="652844" y="210604"/>
                        <a:pt x="637704" y="225742"/>
                        <a:pt x="619030" y="225742"/>
                      </a:cubicBezTo>
                      <a:lnTo>
                        <a:pt x="33814" y="225742"/>
                      </a:lnTo>
                      <a:cubicBezTo>
                        <a:pt x="15139" y="225742"/>
                        <a:pt x="0" y="210604"/>
                        <a:pt x="0" y="191929"/>
                      </a:cubicBezTo>
                      <a:lnTo>
                        <a:pt x="0" y="33814"/>
                      </a:lnTo>
                      <a:cubicBezTo>
                        <a:pt x="0" y="15139"/>
                        <a:pt x="15139" y="0"/>
                        <a:pt x="33814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04" name="Google Shape;704;p23"/>
                <p:cNvSpPr/>
                <p:nvPr/>
              </p:nvSpPr>
              <p:spPr>
                <a:xfrm>
                  <a:off x="7287577" y="4969668"/>
                  <a:ext cx="151161" cy="1511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161" h="151161" extrusionOk="0">
                      <a:moveTo>
                        <a:pt x="75534" y="151162"/>
                      </a:moveTo>
                      <a:lnTo>
                        <a:pt x="75534" y="151162"/>
                      </a:lnTo>
                      <a:cubicBezTo>
                        <a:pt x="33814" y="151162"/>
                        <a:pt x="0" y="117348"/>
                        <a:pt x="0" y="75629"/>
                      </a:cubicBezTo>
                      <a:lnTo>
                        <a:pt x="0" y="75629"/>
                      </a:lnTo>
                      <a:cubicBezTo>
                        <a:pt x="0" y="33909"/>
                        <a:pt x="33814" y="0"/>
                        <a:pt x="75534" y="0"/>
                      </a:cubicBezTo>
                      <a:lnTo>
                        <a:pt x="75534" y="0"/>
                      </a:lnTo>
                      <a:cubicBezTo>
                        <a:pt x="117253" y="0"/>
                        <a:pt x="151162" y="33814"/>
                        <a:pt x="151162" y="75533"/>
                      </a:cubicBezTo>
                      <a:lnTo>
                        <a:pt x="151162" y="75533"/>
                      </a:lnTo>
                      <a:cubicBezTo>
                        <a:pt x="151162" y="117253"/>
                        <a:pt x="117348" y="151162"/>
                        <a:pt x="75534" y="15116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705" name="Google Shape;705;p23"/>
                <p:cNvGrpSpPr/>
                <p:nvPr/>
              </p:nvGrpSpPr>
              <p:grpSpPr>
                <a:xfrm>
                  <a:off x="7487126" y="4973859"/>
                  <a:ext cx="332041" cy="142684"/>
                  <a:chOff x="7487126" y="4973859"/>
                  <a:chExt cx="332041" cy="142684"/>
                </a:xfrm>
              </p:grpSpPr>
              <p:sp>
                <p:nvSpPr>
                  <p:cNvPr id="706" name="Google Shape;706;p23"/>
                  <p:cNvSpPr/>
                  <p:nvPr/>
                </p:nvSpPr>
                <p:spPr>
                  <a:xfrm>
                    <a:off x="7506747" y="4973859"/>
                    <a:ext cx="280034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0034" h="20383" extrusionOk="0">
                        <a:moveTo>
                          <a:pt x="0" y="0"/>
                        </a:moveTo>
                        <a:lnTo>
                          <a:pt x="280035" y="0"/>
                        </a:lnTo>
                        <a:lnTo>
                          <a:pt x="28003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07" name="Google Shape;707;p23"/>
                  <p:cNvSpPr/>
                  <p:nvPr/>
                </p:nvSpPr>
                <p:spPr>
                  <a:xfrm>
                    <a:off x="7487126" y="5014626"/>
                    <a:ext cx="205073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5073" h="20383" extrusionOk="0">
                        <a:moveTo>
                          <a:pt x="0" y="0"/>
                        </a:moveTo>
                        <a:lnTo>
                          <a:pt x="205073" y="0"/>
                        </a:lnTo>
                        <a:lnTo>
                          <a:pt x="205073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08" name="Google Shape;708;p23"/>
                  <p:cNvSpPr/>
                  <p:nvPr/>
                </p:nvSpPr>
                <p:spPr>
                  <a:xfrm>
                    <a:off x="7487126" y="5055393"/>
                    <a:ext cx="332041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2041" h="20383" extrusionOk="0">
                        <a:moveTo>
                          <a:pt x="0" y="0"/>
                        </a:moveTo>
                        <a:lnTo>
                          <a:pt x="332041" y="0"/>
                        </a:lnTo>
                        <a:lnTo>
                          <a:pt x="332041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09" name="Google Shape;709;p23"/>
                  <p:cNvSpPr/>
                  <p:nvPr/>
                </p:nvSpPr>
                <p:spPr>
                  <a:xfrm>
                    <a:off x="7487126" y="5096160"/>
                    <a:ext cx="171545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1545" h="20383" extrusionOk="0">
                        <a:moveTo>
                          <a:pt x="0" y="0"/>
                        </a:moveTo>
                        <a:lnTo>
                          <a:pt x="171545" y="0"/>
                        </a:lnTo>
                        <a:lnTo>
                          <a:pt x="17154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710" name="Google Shape;710;p23"/>
              <p:cNvSpPr/>
              <p:nvPr/>
            </p:nvSpPr>
            <p:spPr>
              <a:xfrm>
                <a:off x="7338250" y="5011639"/>
                <a:ext cx="50734" cy="60632"/>
              </a:xfrm>
              <a:custGeom>
                <a:avLst/>
                <a:gdLst/>
                <a:ahLst/>
                <a:cxnLst/>
                <a:rect l="l" t="t" r="r" b="b"/>
                <a:pathLst>
                  <a:path w="50734" h="60632" extrusionOk="0">
                    <a:moveTo>
                      <a:pt x="0" y="4892"/>
                    </a:moveTo>
                    <a:lnTo>
                      <a:pt x="0" y="55851"/>
                    </a:lnTo>
                    <a:cubicBezTo>
                      <a:pt x="0" y="59566"/>
                      <a:pt x="4001" y="61851"/>
                      <a:pt x="7239" y="59947"/>
                    </a:cubicBezTo>
                    <a:lnTo>
                      <a:pt x="48387" y="35563"/>
                    </a:lnTo>
                    <a:cubicBezTo>
                      <a:pt x="51435" y="33753"/>
                      <a:pt x="51531" y="29371"/>
                      <a:pt x="48578" y="27371"/>
                    </a:cubicBezTo>
                    <a:lnTo>
                      <a:pt x="7430" y="796"/>
                    </a:lnTo>
                    <a:cubicBezTo>
                      <a:pt x="4191" y="-1299"/>
                      <a:pt x="0" y="987"/>
                      <a:pt x="0" y="479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11" name="Google Shape;711;p23"/>
            <p:cNvGrpSpPr/>
            <p:nvPr/>
          </p:nvGrpSpPr>
          <p:grpSpPr>
            <a:xfrm>
              <a:off x="8756326" y="539537"/>
              <a:ext cx="173370" cy="112691"/>
              <a:chOff x="7816120" y="4892994"/>
              <a:chExt cx="123062" cy="79991"/>
            </a:xfrm>
          </p:grpSpPr>
          <p:grpSp>
            <p:nvGrpSpPr>
              <p:cNvPr id="712" name="Google Shape;712;p23"/>
              <p:cNvGrpSpPr/>
              <p:nvPr/>
            </p:nvGrpSpPr>
            <p:grpSpPr>
              <a:xfrm>
                <a:off x="7816120" y="4902803"/>
                <a:ext cx="123062" cy="63817"/>
                <a:chOff x="7816120" y="4902803"/>
                <a:chExt cx="123062" cy="63817"/>
              </a:xfrm>
            </p:grpSpPr>
            <p:sp>
              <p:nvSpPr>
                <p:cNvPr id="713" name="Google Shape;713;p23"/>
                <p:cNvSpPr/>
                <p:nvPr/>
              </p:nvSpPr>
              <p:spPr>
                <a:xfrm>
                  <a:off x="7816120" y="4902803"/>
                  <a:ext cx="123062" cy="638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062" h="63817" extrusionOk="0">
                      <a:moveTo>
                        <a:pt x="61531" y="63817"/>
                      </a:moveTo>
                      <a:cubicBezTo>
                        <a:pt x="86963" y="63817"/>
                        <a:pt x="109442" y="51244"/>
                        <a:pt x="123063" y="31909"/>
                      </a:cubicBezTo>
                      <a:cubicBezTo>
                        <a:pt x="109442" y="12573"/>
                        <a:pt x="86963" y="0"/>
                        <a:pt x="61531" y="0"/>
                      </a:cubicBezTo>
                      <a:cubicBezTo>
                        <a:pt x="36100" y="0"/>
                        <a:pt x="13621" y="12573"/>
                        <a:pt x="0" y="31909"/>
                      </a:cubicBezTo>
                      <a:cubicBezTo>
                        <a:pt x="13621" y="51244"/>
                        <a:pt x="36100" y="63817"/>
                        <a:pt x="61531" y="63817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14" name="Google Shape;714;p23"/>
                <p:cNvSpPr/>
                <p:nvPr/>
              </p:nvSpPr>
              <p:spPr>
                <a:xfrm>
                  <a:off x="7858029" y="4915090"/>
                  <a:ext cx="39242" cy="392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242" h="39243" extrusionOk="0">
                      <a:moveTo>
                        <a:pt x="39243" y="19621"/>
                      </a:moveTo>
                      <a:cubicBezTo>
                        <a:pt x="39243" y="30458"/>
                        <a:pt x="30458" y="39243"/>
                        <a:pt x="19621" y="39243"/>
                      </a:cubicBezTo>
                      <a:cubicBezTo>
                        <a:pt x="8785" y="39243"/>
                        <a:pt x="0" y="30458"/>
                        <a:pt x="0" y="19621"/>
                      </a:cubicBezTo>
                      <a:cubicBezTo>
                        <a:pt x="0" y="8785"/>
                        <a:pt x="8785" y="0"/>
                        <a:pt x="19621" y="0"/>
                      </a:cubicBezTo>
                      <a:cubicBezTo>
                        <a:pt x="30458" y="0"/>
                        <a:pt x="39243" y="8785"/>
                        <a:pt x="39243" y="1962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715" name="Google Shape;715;p23"/>
              <p:cNvSpPr/>
              <p:nvPr/>
            </p:nvSpPr>
            <p:spPr>
              <a:xfrm rot="-2700000">
                <a:off x="7825456" y="4928129"/>
                <a:ext cx="103403" cy="9720"/>
              </a:xfrm>
              <a:custGeom>
                <a:avLst/>
                <a:gdLst/>
                <a:ahLst/>
                <a:cxnLst/>
                <a:rect l="l" t="t" r="r" b="b"/>
                <a:pathLst>
                  <a:path w="103346" h="9715" extrusionOk="0">
                    <a:moveTo>
                      <a:pt x="0" y="0"/>
                    </a:moveTo>
                    <a:lnTo>
                      <a:pt x="103346" y="0"/>
                    </a:lnTo>
                    <a:lnTo>
                      <a:pt x="103346" y="9716"/>
                    </a:lnTo>
                    <a:lnTo>
                      <a:pt x="0" y="971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0491780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24"/>
          <p:cNvSpPr/>
          <p:nvPr/>
        </p:nvSpPr>
        <p:spPr>
          <a:xfrm rot="8819869" flipH="1">
            <a:off x="9380704" y="5244836"/>
            <a:ext cx="4211291" cy="3346189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18" name="Google Shape;718;p24"/>
          <p:cNvSpPr/>
          <p:nvPr/>
        </p:nvSpPr>
        <p:spPr>
          <a:xfrm rot="-3657034" flipH="1">
            <a:off x="-1781691" y="-1145245"/>
            <a:ext cx="3661360" cy="2562260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719" name="Google Shape;719;p24"/>
          <p:cNvGrpSpPr/>
          <p:nvPr/>
        </p:nvGrpSpPr>
        <p:grpSpPr>
          <a:xfrm>
            <a:off x="86755" y="5830726"/>
            <a:ext cx="1170877" cy="872709"/>
            <a:chOff x="1114425" y="4361211"/>
            <a:chExt cx="573023" cy="427101"/>
          </a:xfrm>
        </p:grpSpPr>
        <p:grpSp>
          <p:nvGrpSpPr>
            <p:cNvPr id="720" name="Google Shape;720;p24"/>
            <p:cNvGrpSpPr/>
            <p:nvPr/>
          </p:nvGrpSpPr>
          <p:grpSpPr>
            <a:xfrm>
              <a:off x="1114425" y="4361211"/>
              <a:ext cx="573023" cy="427101"/>
              <a:chOff x="1114425" y="4361211"/>
              <a:chExt cx="573023" cy="427101"/>
            </a:xfrm>
          </p:grpSpPr>
          <p:sp>
            <p:nvSpPr>
              <p:cNvPr id="721" name="Google Shape;721;p24"/>
              <p:cNvSpPr/>
              <p:nvPr/>
            </p:nvSpPr>
            <p:spPr>
              <a:xfrm>
                <a:off x="1241964" y="4361211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715"/>
                    </a:moveTo>
                    <a:lnTo>
                      <a:pt x="173450" y="42005"/>
                    </a:lnTo>
                    <a:cubicBezTo>
                      <a:pt x="178403" y="46958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35363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2" name="Google Shape;722;p24"/>
              <p:cNvSpPr/>
              <p:nvPr/>
            </p:nvSpPr>
            <p:spPr>
              <a:xfrm>
                <a:off x="1178242" y="4425029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42444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3" name="Google Shape;723;p24"/>
              <p:cNvSpPr/>
              <p:nvPr/>
            </p:nvSpPr>
            <p:spPr>
              <a:xfrm>
                <a:off x="1114425" y="4488846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811"/>
                    </a:cubicBezTo>
                    <a:close/>
                  </a:path>
                </a:pathLst>
              </a:custGeom>
              <a:solidFill>
                <a:srgbClr val="6F708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24" name="Google Shape;724;p24"/>
            <p:cNvSpPr/>
            <p:nvPr/>
          </p:nvSpPr>
          <p:spPr>
            <a:xfrm>
              <a:off x="1303210" y="4628965"/>
              <a:ext cx="68735" cy="82063"/>
            </a:xfrm>
            <a:custGeom>
              <a:avLst/>
              <a:gdLst/>
              <a:ahLst/>
              <a:cxnLst/>
              <a:rect l="l" t="t" r="r" b="b"/>
              <a:pathLst>
                <a:path w="68735" h="82063" extrusionOk="0">
                  <a:moveTo>
                    <a:pt x="0" y="6471"/>
                  </a:moveTo>
                  <a:lnTo>
                    <a:pt x="0" y="75527"/>
                  </a:lnTo>
                  <a:cubicBezTo>
                    <a:pt x="0" y="80575"/>
                    <a:pt x="5524" y="83719"/>
                    <a:pt x="9811" y="81147"/>
                  </a:cubicBezTo>
                  <a:lnTo>
                    <a:pt x="65532" y="48095"/>
                  </a:lnTo>
                  <a:cubicBezTo>
                    <a:pt x="69723" y="45619"/>
                    <a:pt x="69818" y="39618"/>
                    <a:pt x="65723" y="37046"/>
                  </a:cubicBezTo>
                  <a:lnTo>
                    <a:pt x="10001" y="1042"/>
                  </a:lnTo>
                  <a:cubicBezTo>
                    <a:pt x="5715" y="-1721"/>
                    <a:pt x="0" y="1327"/>
                    <a:pt x="0" y="647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25" name="Google Shape;725;p24"/>
          <p:cNvGrpSpPr/>
          <p:nvPr/>
        </p:nvGrpSpPr>
        <p:grpSpPr>
          <a:xfrm>
            <a:off x="10819960" y="355785"/>
            <a:ext cx="1106656" cy="1001184"/>
            <a:chOff x="8114596" y="445039"/>
            <a:chExt cx="633002" cy="572716"/>
          </a:xfrm>
        </p:grpSpPr>
        <p:grpSp>
          <p:nvGrpSpPr>
            <p:cNvPr id="726" name="Google Shape;726;p24"/>
            <p:cNvGrpSpPr/>
            <p:nvPr/>
          </p:nvGrpSpPr>
          <p:grpSpPr>
            <a:xfrm>
              <a:off x="8114596" y="445039"/>
              <a:ext cx="633002" cy="572716"/>
              <a:chOff x="7189660" y="520827"/>
              <a:chExt cx="598074" cy="541115"/>
            </a:xfrm>
          </p:grpSpPr>
          <p:sp>
            <p:nvSpPr>
              <p:cNvPr id="727" name="Google Shape;727;p24"/>
              <p:cNvSpPr/>
              <p:nvPr/>
            </p:nvSpPr>
            <p:spPr>
              <a:xfrm>
                <a:off x="7189660" y="520827"/>
                <a:ext cx="598074" cy="541115"/>
              </a:xfrm>
              <a:custGeom>
                <a:avLst/>
                <a:gdLst/>
                <a:ahLst/>
                <a:cxnLst/>
                <a:rect l="l" t="t" r="r" b="b"/>
                <a:pathLst>
                  <a:path w="598074" h="541115" extrusionOk="0">
                    <a:moveTo>
                      <a:pt x="557022" y="0"/>
                    </a:moveTo>
                    <a:cubicBezTo>
                      <a:pt x="579695" y="0"/>
                      <a:pt x="598075" y="18380"/>
                      <a:pt x="598075" y="41053"/>
                    </a:cubicBezTo>
                    <a:lnTo>
                      <a:pt x="598075" y="500063"/>
                    </a:lnTo>
                    <a:cubicBezTo>
                      <a:pt x="598075" y="522735"/>
                      <a:pt x="579695" y="541115"/>
                      <a:pt x="557022" y="541115"/>
                    </a:cubicBezTo>
                    <a:lnTo>
                      <a:pt x="41053" y="541115"/>
                    </a:lnTo>
                    <a:cubicBezTo>
                      <a:pt x="18380" y="541115"/>
                      <a:pt x="0" y="522735"/>
                      <a:pt x="0" y="500063"/>
                    </a:cubicBezTo>
                    <a:lnTo>
                      <a:pt x="0" y="41053"/>
                    </a:lnTo>
                    <a:cubicBezTo>
                      <a:pt x="0" y="18380"/>
                      <a:pt x="18380" y="0"/>
                      <a:pt x="410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728" name="Google Shape;728;p24"/>
              <p:cNvGrpSpPr/>
              <p:nvPr/>
            </p:nvGrpSpPr>
            <p:grpSpPr>
              <a:xfrm>
                <a:off x="7579137" y="551973"/>
                <a:ext cx="164782" cy="41529"/>
                <a:chOff x="7579137" y="551973"/>
                <a:chExt cx="164782" cy="41529"/>
              </a:xfrm>
            </p:grpSpPr>
            <p:sp>
              <p:nvSpPr>
                <p:cNvPr id="729" name="Google Shape;729;p24"/>
                <p:cNvSpPr/>
                <p:nvPr/>
              </p:nvSpPr>
              <p:spPr>
                <a:xfrm>
                  <a:off x="7702391" y="551973"/>
                  <a:ext cx="41528" cy="41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28" h="41529" extrusionOk="0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30" name="Google Shape;730;p24"/>
                <p:cNvSpPr/>
                <p:nvPr/>
              </p:nvSpPr>
              <p:spPr>
                <a:xfrm>
                  <a:off x="7640764" y="551973"/>
                  <a:ext cx="41528" cy="41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28" h="41529" extrusionOk="0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31" name="Google Shape;731;p24"/>
                <p:cNvSpPr/>
                <p:nvPr/>
              </p:nvSpPr>
              <p:spPr>
                <a:xfrm>
                  <a:off x="7579137" y="551973"/>
                  <a:ext cx="41528" cy="41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28" h="41529" extrusionOk="0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732" name="Google Shape;732;p24"/>
            <p:cNvGrpSpPr/>
            <p:nvPr/>
          </p:nvGrpSpPr>
          <p:grpSpPr>
            <a:xfrm>
              <a:off x="8184962" y="619646"/>
              <a:ext cx="498115" cy="257273"/>
              <a:chOff x="7256144" y="685800"/>
              <a:chExt cx="470630" cy="243077"/>
            </a:xfrm>
          </p:grpSpPr>
          <p:sp>
            <p:nvSpPr>
              <p:cNvPr id="733" name="Google Shape;733;p24"/>
              <p:cNvSpPr/>
              <p:nvPr/>
            </p:nvSpPr>
            <p:spPr>
              <a:xfrm>
                <a:off x="7256144" y="694753"/>
                <a:ext cx="218503" cy="218217"/>
              </a:xfrm>
              <a:custGeom>
                <a:avLst/>
                <a:gdLst/>
                <a:ahLst/>
                <a:cxnLst/>
                <a:rect l="l" t="t" r="r" b="b"/>
                <a:pathLst>
                  <a:path w="218503" h="218217" extrusionOk="0">
                    <a:moveTo>
                      <a:pt x="216598" y="129540"/>
                    </a:moveTo>
                    <a:cubicBezTo>
                      <a:pt x="217837" y="122968"/>
                      <a:pt x="218504" y="116110"/>
                      <a:pt x="218504" y="109156"/>
                    </a:cubicBezTo>
                    <a:cubicBezTo>
                      <a:pt x="218504" y="102203"/>
                      <a:pt x="217837" y="95440"/>
                      <a:pt x="216598" y="88773"/>
                    </a:cubicBezTo>
                    <a:lnTo>
                      <a:pt x="181261" y="88773"/>
                    </a:lnTo>
                    <a:cubicBezTo>
                      <a:pt x="179641" y="83058"/>
                      <a:pt x="177451" y="77724"/>
                      <a:pt x="174593" y="72676"/>
                    </a:cubicBezTo>
                    <a:lnTo>
                      <a:pt x="199549" y="47720"/>
                    </a:lnTo>
                    <a:cubicBezTo>
                      <a:pt x="191834" y="36385"/>
                      <a:pt x="182118" y="26670"/>
                      <a:pt x="170783" y="18955"/>
                    </a:cubicBezTo>
                    <a:lnTo>
                      <a:pt x="145732" y="44005"/>
                    </a:lnTo>
                    <a:cubicBezTo>
                      <a:pt x="140684" y="41148"/>
                      <a:pt x="135255" y="38957"/>
                      <a:pt x="129635" y="37338"/>
                    </a:cubicBezTo>
                    <a:lnTo>
                      <a:pt x="129635" y="1905"/>
                    </a:lnTo>
                    <a:cubicBezTo>
                      <a:pt x="123063" y="667"/>
                      <a:pt x="116205" y="0"/>
                      <a:pt x="109252" y="0"/>
                    </a:cubicBezTo>
                    <a:cubicBezTo>
                      <a:pt x="102298" y="0"/>
                      <a:pt x="95536" y="667"/>
                      <a:pt x="88868" y="1905"/>
                    </a:cubicBezTo>
                    <a:lnTo>
                      <a:pt x="88868" y="37338"/>
                    </a:lnTo>
                    <a:cubicBezTo>
                      <a:pt x="83154" y="38957"/>
                      <a:pt x="77819" y="41148"/>
                      <a:pt x="72771" y="44005"/>
                    </a:cubicBezTo>
                    <a:lnTo>
                      <a:pt x="47720" y="18955"/>
                    </a:lnTo>
                    <a:cubicBezTo>
                      <a:pt x="36386" y="26670"/>
                      <a:pt x="26670" y="36481"/>
                      <a:pt x="18955" y="47720"/>
                    </a:cubicBezTo>
                    <a:lnTo>
                      <a:pt x="43910" y="72676"/>
                    </a:lnTo>
                    <a:cubicBezTo>
                      <a:pt x="41053" y="77724"/>
                      <a:pt x="38862" y="83153"/>
                      <a:pt x="37243" y="88773"/>
                    </a:cubicBezTo>
                    <a:lnTo>
                      <a:pt x="1905" y="88773"/>
                    </a:lnTo>
                    <a:cubicBezTo>
                      <a:pt x="667" y="95345"/>
                      <a:pt x="0" y="102203"/>
                      <a:pt x="0" y="109156"/>
                    </a:cubicBezTo>
                    <a:cubicBezTo>
                      <a:pt x="0" y="116110"/>
                      <a:pt x="667" y="122873"/>
                      <a:pt x="1905" y="129540"/>
                    </a:cubicBezTo>
                    <a:lnTo>
                      <a:pt x="37243" y="129540"/>
                    </a:lnTo>
                    <a:cubicBezTo>
                      <a:pt x="38862" y="135255"/>
                      <a:pt x="41053" y="140589"/>
                      <a:pt x="43910" y="145637"/>
                    </a:cubicBezTo>
                    <a:lnTo>
                      <a:pt x="18955" y="170593"/>
                    </a:lnTo>
                    <a:cubicBezTo>
                      <a:pt x="26670" y="181928"/>
                      <a:pt x="36386" y="191643"/>
                      <a:pt x="47720" y="199358"/>
                    </a:cubicBezTo>
                    <a:lnTo>
                      <a:pt x="72771" y="174308"/>
                    </a:lnTo>
                    <a:cubicBezTo>
                      <a:pt x="77819" y="177165"/>
                      <a:pt x="83248" y="179356"/>
                      <a:pt x="88868" y="180975"/>
                    </a:cubicBezTo>
                    <a:lnTo>
                      <a:pt x="88868" y="216313"/>
                    </a:lnTo>
                    <a:cubicBezTo>
                      <a:pt x="95441" y="217551"/>
                      <a:pt x="102298" y="218218"/>
                      <a:pt x="109252" y="218218"/>
                    </a:cubicBezTo>
                    <a:cubicBezTo>
                      <a:pt x="116205" y="218218"/>
                      <a:pt x="122968" y="217551"/>
                      <a:pt x="129635" y="216313"/>
                    </a:cubicBezTo>
                    <a:lnTo>
                      <a:pt x="129635" y="180975"/>
                    </a:lnTo>
                    <a:cubicBezTo>
                      <a:pt x="135350" y="179356"/>
                      <a:pt x="140684" y="177070"/>
                      <a:pt x="145732" y="174308"/>
                    </a:cubicBezTo>
                    <a:lnTo>
                      <a:pt x="170783" y="199358"/>
                    </a:lnTo>
                    <a:cubicBezTo>
                      <a:pt x="182118" y="191643"/>
                      <a:pt x="191834" y="181928"/>
                      <a:pt x="199549" y="170593"/>
                    </a:cubicBezTo>
                    <a:lnTo>
                      <a:pt x="174593" y="145542"/>
                    </a:lnTo>
                    <a:cubicBezTo>
                      <a:pt x="177451" y="140494"/>
                      <a:pt x="179641" y="135064"/>
                      <a:pt x="181261" y="129445"/>
                    </a:cubicBezTo>
                    <a:lnTo>
                      <a:pt x="216598" y="129445"/>
                    </a:lnTo>
                    <a:close/>
                    <a:moveTo>
                      <a:pt x="109252" y="131255"/>
                    </a:moveTo>
                    <a:cubicBezTo>
                      <a:pt x="97060" y="131255"/>
                      <a:pt x="87249" y="121349"/>
                      <a:pt x="87249" y="109252"/>
                    </a:cubicBezTo>
                    <a:cubicBezTo>
                      <a:pt x="87249" y="97155"/>
                      <a:pt x="97155" y="87249"/>
                      <a:pt x="109252" y="87249"/>
                    </a:cubicBezTo>
                    <a:cubicBezTo>
                      <a:pt x="121348" y="87249"/>
                      <a:pt x="131255" y="97155"/>
                      <a:pt x="131255" y="109252"/>
                    </a:cubicBezTo>
                    <a:cubicBezTo>
                      <a:pt x="131255" y="121349"/>
                      <a:pt x="121348" y="131255"/>
                      <a:pt x="109252" y="13125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734" name="Google Shape;734;p24"/>
              <p:cNvGrpSpPr/>
              <p:nvPr/>
            </p:nvGrpSpPr>
            <p:grpSpPr>
              <a:xfrm>
                <a:off x="7512843" y="685800"/>
                <a:ext cx="213931" cy="243077"/>
                <a:chOff x="7512843" y="685800"/>
                <a:chExt cx="213931" cy="243077"/>
              </a:xfrm>
            </p:grpSpPr>
            <p:grpSp>
              <p:nvGrpSpPr>
                <p:cNvPr id="735" name="Google Shape;735;p24"/>
                <p:cNvGrpSpPr/>
                <p:nvPr/>
              </p:nvGrpSpPr>
              <p:grpSpPr>
                <a:xfrm>
                  <a:off x="7512843" y="836580"/>
                  <a:ext cx="213931" cy="92297"/>
                  <a:chOff x="7512843" y="836580"/>
                  <a:chExt cx="213931" cy="92297"/>
                </a:xfrm>
              </p:grpSpPr>
              <p:sp>
                <p:nvSpPr>
                  <p:cNvPr id="736" name="Google Shape;736;p24"/>
                  <p:cNvSpPr/>
                  <p:nvPr/>
                </p:nvSpPr>
                <p:spPr>
                  <a:xfrm>
                    <a:off x="7512843" y="856011"/>
                    <a:ext cx="213931" cy="728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72866" extrusionOk="0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37" name="Google Shape;737;p24"/>
                  <p:cNvSpPr/>
                  <p:nvPr/>
                </p:nvSpPr>
                <p:spPr>
                  <a:xfrm>
                    <a:off x="7512843" y="836580"/>
                    <a:ext cx="213931" cy="388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38861" extrusionOk="0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738" name="Google Shape;738;p24"/>
                <p:cNvGrpSpPr/>
                <p:nvPr/>
              </p:nvGrpSpPr>
              <p:grpSpPr>
                <a:xfrm>
                  <a:off x="7512843" y="761238"/>
                  <a:ext cx="213931" cy="92296"/>
                  <a:chOff x="7512843" y="761238"/>
                  <a:chExt cx="213931" cy="92296"/>
                </a:xfrm>
              </p:grpSpPr>
              <p:sp>
                <p:nvSpPr>
                  <p:cNvPr id="739" name="Google Shape;739;p24"/>
                  <p:cNvSpPr/>
                  <p:nvPr/>
                </p:nvSpPr>
                <p:spPr>
                  <a:xfrm>
                    <a:off x="7512843" y="780668"/>
                    <a:ext cx="213931" cy="728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72866" extrusionOk="0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40" name="Google Shape;740;p24"/>
                  <p:cNvSpPr/>
                  <p:nvPr/>
                </p:nvSpPr>
                <p:spPr>
                  <a:xfrm>
                    <a:off x="7512843" y="761238"/>
                    <a:ext cx="213931" cy="388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38861" extrusionOk="0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741" name="Google Shape;741;p24"/>
                <p:cNvGrpSpPr/>
                <p:nvPr/>
              </p:nvGrpSpPr>
              <p:grpSpPr>
                <a:xfrm>
                  <a:off x="7512843" y="685800"/>
                  <a:ext cx="213931" cy="92297"/>
                  <a:chOff x="7512843" y="685800"/>
                  <a:chExt cx="213931" cy="92297"/>
                </a:xfrm>
              </p:grpSpPr>
              <p:sp>
                <p:nvSpPr>
                  <p:cNvPr id="742" name="Google Shape;742;p24"/>
                  <p:cNvSpPr/>
                  <p:nvPr/>
                </p:nvSpPr>
                <p:spPr>
                  <a:xfrm>
                    <a:off x="7512843" y="705231"/>
                    <a:ext cx="213931" cy="728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72866" extrusionOk="0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8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8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43" name="Google Shape;743;p24"/>
                  <p:cNvSpPr/>
                  <p:nvPr/>
                </p:nvSpPr>
                <p:spPr>
                  <a:xfrm>
                    <a:off x="7512843" y="685800"/>
                    <a:ext cx="213931" cy="388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38861" extrusionOk="0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</p:spTree>
    <p:extLst>
      <p:ext uri="{BB962C8B-B14F-4D97-AF65-F5344CB8AC3E}">
        <p14:creationId xmlns:p14="http://schemas.microsoft.com/office/powerpoint/2010/main" val="167929942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 preserve="1">
  <p:cSld name="Blank slide">
    <p:spTree>
      <p:nvGrpSpPr>
        <p:cNvPr id="1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413084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preserve="1">
  <p:cSld name="Title only">
    <p:spTree>
      <p:nvGrpSpPr>
        <p:cNvPr id="1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27"/>
          <p:cNvSpPr txBox="1">
            <a:spLocks noGrp="1"/>
          </p:cNvSpPr>
          <p:nvPr>
            <p:ph type="title"/>
          </p:nvPr>
        </p:nvSpPr>
        <p:spPr>
          <a:xfrm>
            <a:off x="955600" y="681200"/>
            <a:ext cx="10280800" cy="6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5268823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102900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50967" y="1536633"/>
            <a:ext cx="10290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■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■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■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48482231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E2A47"/>
        </a:solidFill>
        <a:effectLst/>
      </p:bgPr>
    </p:bg>
    <p:spTree>
      <p:nvGrpSpPr>
        <p:cNvPr id="1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25"/>
          <p:cNvSpPr txBox="1">
            <a:spLocks noGrp="1"/>
          </p:cNvSpPr>
          <p:nvPr>
            <p:ph type="title"/>
          </p:nvPr>
        </p:nvSpPr>
        <p:spPr>
          <a:xfrm>
            <a:off x="1424133" y="1244600"/>
            <a:ext cx="9396400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746" name="Google Shape;746;p25"/>
          <p:cNvSpPr txBox="1">
            <a:spLocks noGrp="1"/>
          </p:cNvSpPr>
          <p:nvPr>
            <p:ph type="body" idx="1"/>
          </p:nvPr>
        </p:nvSpPr>
        <p:spPr>
          <a:xfrm>
            <a:off x="1424133" y="2260600"/>
            <a:ext cx="9396400" cy="3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0951312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3C81B4-D359-7E7F-4C66-FF582A6B773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sz="4400" b="0" i="0" dirty="0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Сетевые характеристики и качество обслуживания (</a:t>
            </a:r>
            <a:r>
              <a:rPr lang="ru-RU" sz="4400" b="0" i="0" dirty="0" err="1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QoS</a:t>
            </a:r>
            <a:r>
              <a:rPr lang="ru-RU" sz="4400" b="0" i="0" dirty="0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)</a:t>
            </a:r>
            <a:endParaRPr lang="ru-RU" sz="4400" dirty="0">
              <a:solidFill>
                <a:schemeClr val="tx1"/>
              </a:solidFill>
              <a:latin typeface="Constantia" panose="02030602050306030303" pitchFamily="18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52A4289-3FCC-8931-BF3A-B2360107F6F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ru-RU" sz="1400" dirty="0"/>
              <a:t>Работу выполнила</a:t>
            </a:r>
          </a:p>
          <a:p>
            <a:pPr algn="r"/>
            <a:r>
              <a:rPr lang="ru-RU" sz="1400" dirty="0"/>
              <a:t>Студентка МФЮА</a:t>
            </a:r>
          </a:p>
          <a:p>
            <a:pPr algn="r"/>
            <a:r>
              <a:rPr lang="ru-RU" sz="1400" dirty="0"/>
              <a:t>Группы 28ИПо8482</a:t>
            </a:r>
          </a:p>
          <a:p>
            <a:pPr algn="r"/>
            <a:r>
              <a:rPr lang="ru-RU" sz="1400" dirty="0"/>
              <a:t>Сысоева Анна </a:t>
            </a:r>
            <a:br>
              <a:rPr lang="ru-RU" dirty="0"/>
            </a:b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CC5AC23-AEA7-B708-1F83-88E1F8E7CA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4789" y="1874785"/>
            <a:ext cx="6096000" cy="3108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754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849BB1E5-872C-6C85-9396-B26951866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400" b="1" dirty="0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 От «лучшего усердия» (Best-</a:t>
            </a:r>
            <a:r>
              <a:rPr lang="ru-RU" sz="2400" b="1" dirty="0" err="1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Effort</a:t>
            </a:r>
            <a:r>
              <a:rPr lang="ru-RU" sz="2400" b="1" dirty="0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) к гарантиям</a:t>
            </a:r>
            <a:endParaRPr lang="ru-RU" sz="2400" dirty="0">
              <a:solidFill>
                <a:schemeClr val="tx1"/>
              </a:solidFill>
              <a:latin typeface="Constantia" panose="02030602050306030303" pitchFamily="18" charset="0"/>
            </a:endParaRPr>
          </a:p>
        </p:txBody>
      </p:sp>
      <p:sp>
        <p:nvSpPr>
          <p:cNvPr id="8" name="Подзаголовок 7">
            <a:extLst>
              <a:ext uri="{FF2B5EF4-FFF2-40B4-BE49-F238E27FC236}">
                <a16:creationId xmlns:a16="http://schemas.microsoft.com/office/drawing/2014/main" id="{C2703E83-10AA-7D17-C52D-360A831FDE4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sz="1800" b="1" i="0" dirty="0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Проблема: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 Традиционная модель IP (Best-</a:t>
            </a:r>
            <a:r>
              <a:rPr lang="ru-RU" sz="1800" b="0" i="0" dirty="0" err="1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Effort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) не различает типы трафика. Это хорошо для данных (</a:t>
            </a:r>
            <a:r>
              <a:rPr lang="ru-RU" sz="1800" b="0" i="0" dirty="0" err="1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email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/</a:t>
            </a:r>
            <a:r>
              <a:rPr lang="ru-RU" sz="1800" b="0" i="0" dirty="0" err="1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web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), но плохо для </a:t>
            </a:r>
            <a:r>
              <a:rPr lang="ru-RU" sz="1800" b="0" i="0" dirty="0" err="1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real-time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 (видео/голос), где критичны задержки 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1" i="0" dirty="0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Определение </a:t>
            </a:r>
            <a:r>
              <a:rPr lang="ru-RU" sz="1800" b="1" i="0" dirty="0" err="1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QoS</a:t>
            </a:r>
            <a:r>
              <a:rPr lang="ru-RU" sz="1800" b="1" i="0" dirty="0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: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 Способность сети предоставлять различный уровень обслуживания ограниченному трафику.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1" i="0" dirty="0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Переход: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 От простой передачи пакетов к </a:t>
            </a:r>
            <a:r>
              <a:rPr lang="ru-RU" sz="1800" b="0" i="1" dirty="0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управлению ресурсами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.</a:t>
            </a:r>
          </a:p>
          <a:p>
            <a:endParaRPr lang="ru-RU" dirty="0"/>
          </a:p>
        </p:txBody>
      </p:sp>
      <p:sp>
        <p:nvSpPr>
          <p:cNvPr id="9" name="Рисунок 8">
            <a:extLst>
              <a:ext uri="{FF2B5EF4-FFF2-40B4-BE49-F238E27FC236}">
                <a16:creationId xmlns:a16="http://schemas.microsoft.com/office/drawing/2014/main" id="{DDBD4478-B082-F6F3-216C-00D9040878A7}"/>
              </a:ext>
            </a:extLst>
          </p:cNvPr>
          <p:cNvSpPr>
            <a:spLocks noGrp="1"/>
          </p:cNvSpPr>
          <p:nvPr>
            <p:ph type="pic" idx="2"/>
          </p:nvPr>
        </p:nvSpPr>
        <p:spPr/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5B842337-AC83-9A67-9FDA-FB6C405D01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0830" y="1435400"/>
            <a:ext cx="5238668" cy="3929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26140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54503692-EF15-5394-4572-BF10EC702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800" b="1" dirty="0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Ключевые характеристики производительности сети (</a:t>
            </a:r>
            <a:r>
              <a:rPr lang="ru-RU" sz="2800" b="1" dirty="0" err="1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Олифер</a:t>
            </a:r>
            <a:r>
              <a:rPr lang="ru-RU" sz="2800" b="1" dirty="0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)</a:t>
            </a:r>
            <a:br>
              <a:rPr lang="ru-RU" sz="800" b="1" dirty="0">
                <a:solidFill>
                  <a:srgbClr val="F9FAFB"/>
                </a:solidFill>
                <a:effectLst/>
                <a:latin typeface="quote-cjk-patch"/>
              </a:rPr>
            </a:br>
            <a:endParaRPr lang="ru-RU" sz="2000" dirty="0"/>
          </a:p>
        </p:txBody>
      </p:sp>
      <p:sp>
        <p:nvSpPr>
          <p:cNvPr id="9" name="Заголовок 5">
            <a:extLst>
              <a:ext uri="{FF2B5EF4-FFF2-40B4-BE49-F238E27FC236}">
                <a16:creationId xmlns:a16="http://schemas.microsoft.com/office/drawing/2014/main" id="{3613DAFD-0BAB-16FB-F608-88D92DF25E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438" y="1620838"/>
            <a:ext cx="10271125" cy="4556125"/>
          </a:xfrm>
        </p:spPr>
        <p:txBody>
          <a:bodyPr/>
          <a:lstStyle/>
          <a:p>
            <a:pPr algn="l"/>
            <a:r>
              <a:rPr lang="ru-RU" sz="1600" b="1" i="0" dirty="0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Скорость передачи (Information Rate):</a:t>
            </a:r>
            <a:br>
              <a:rPr lang="ru-RU" sz="1600" b="0" i="0" dirty="0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</a:br>
            <a:r>
              <a:rPr lang="ru-RU" sz="1600" b="0" i="1" dirty="0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Пиковая (PIR):</a:t>
            </a:r>
            <a:r>
              <a:rPr lang="ru-RU" sz="1600" b="0" i="0" dirty="0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 Максимальная скорость.</a:t>
            </a:r>
            <a:br>
              <a:rPr lang="ru-RU" sz="1600" b="0" i="0" dirty="0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</a:br>
            <a:r>
              <a:rPr lang="ru-RU" sz="1600" b="0" i="1" dirty="0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Средняя (SIR):</a:t>
            </a:r>
            <a:r>
              <a:rPr lang="ru-RU" sz="1600" b="0" i="0" dirty="0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 Устойчивая скорость.</a:t>
            </a:r>
            <a:br>
              <a:rPr lang="ru-RU" sz="1600" b="0" i="0" dirty="0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</a:br>
            <a:r>
              <a:rPr lang="ru-RU" sz="1600" b="0" i="1" dirty="0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Пульсация (</a:t>
            </a:r>
            <a:r>
              <a:rPr lang="ru-RU" sz="1600" b="0" i="1" dirty="0" err="1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Burst</a:t>
            </a:r>
            <a:r>
              <a:rPr lang="ru-RU" sz="1600" b="0" i="1" dirty="0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):</a:t>
            </a:r>
            <a:r>
              <a:rPr lang="ru-RU" sz="1600" b="0" i="0" dirty="0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 Всплески трафика .</a:t>
            </a:r>
            <a:br>
              <a:rPr lang="ru-RU" sz="1600" b="0" i="0" dirty="0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</a:br>
            <a:r>
              <a:rPr lang="ru-RU" sz="1600" b="1" i="0" dirty="0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Задержки (</a:t>
            </a:r>
            <a:r>
              <a:rPr lang="ru-RU" sz="1600" b="1" i="0" dirty="0" err="1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Delay</a:t>
            </a:r>
            <a:r>
              <a:rPr lang="ru-RU" sz="1600" b="1" i="0" dirty="0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):</a:t>
            </a:r>
            <a:br>
              <a:rPr lang="ru-RU" sz="1600" b="0" i="0" dirty="0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</a:br>
            <a:r>
              <a:rPr lang="ru-RU" sz="1600" b="0" i="1" dirty="0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Фиксированные:</a:t>
            </a:r>
            <a:r>
              <a:rPr lang="ru-RU" sz="1600" b="0" i="0" dirty="0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 Из-за длины кабеля и сериализации (зависят от пропускной способности) .</a:t>
            </a:r>
            <a:br>
              <a:rPr lang="ru-RU" sz="1600" b="0" i="0" dirty="0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</a:br>
            <a:r>
              <a:rPr lang="ru-RU" sz="1600" b="0" i="1" dirty="0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Переменные:</a:t>
            </a:r>
            <a:r>
              <a:rPr lang="ru-RU" sz="1600" b="0" i="0" dirty="0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 Ожидание в очередях и время коммутации (зависят от загрузки) 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5308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7C5D30F5-BBC5-564C-8520-4D86C6B0D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800" b="1" dirty="0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Вариация задержки (</a:t>
            </a:r>
            <a:r>
              <a:rPr lang="ru-RU" sz="2800" b="1" dirty="0" err="1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Jitter</a:t>
            </a:r>
            <a:r>
              <a:rPr lang="ru-RU" sz="2800" b="1" dirty="0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) и Надежность</a:t>
            </a:r>
            <a:endParaRPr lang="ru-RU" sz="2800" dirty="0">
              <a:solidFill>
                <a:schemeClr val="tx1"/>
              </a:solidFill>
              <a:latin typeface="Constantia" panose="02030602050306030303" pitchFamily="18" charset="0"/>
            </a:endParaRPr>
          </a:p>
        </p:txBody>
      </p:sp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id="{40477111-F6AB-7155-5B98-50F7AD90D68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sz="1600" b="1" i="0" dirty="0" err="1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Jitter</a:t>
            </a:r>
            <a:r>
              <a:rPr lang="ru-RU" sz="1600" b="1" i="0" dirty="0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 (</a:t>
            </a:r>
            <a:r>
              <a:rPr lang="ru-RU" sz="1600" b="1" i="0" dirty="0" err="1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Dithering</a:t>
            </a:r>
            <a:r>
              <a:rPr lang="ru-RU" sz="1600" b="1" i="0" dirty="0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):</a:t>
            </a:r>
            <a:r>
              <a:rPr lang="ru-RU" sz="1600" b="0" i="0" dirty="0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 Разница в задержке между последовательными пакетами.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sz="1600" b="0" i="1" dirty="0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Почему это проблема:</a:t>
            </a:r>
            <a:r>
              <a:rPr lang="ru-RU" sz="1600" b="0" i="0" dirty="0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 Для воспроизведения звука/видео нужен буфер. Большой </a:t>
            </a:r>
            <a:r>
              <a:rPr lang="ru-RU" sz="1600" b="0" i="0" dirty="0" err="1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Jitter</a:t>
            </a:r>
            <a:r>
              <a:rPr lang="ru-RU" sz="1600" b="0" i="0" dirty="0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 ухудшает качество связи.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1" i="0" dirty="0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Потери пакетов (</a:t>
            </a:r>
            <a:r>
              <a:rPr lang="ru-RU" sz="1600" b="1" i="0" dirty="0" err="1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Loss</a:t>
            </a:r>
            <a:r>
              <a:rPr lang="ru-RU" sz="1600" b="1" i="0" dirty="0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):</a:t>
            </a:r>
            <a:endParaRPr lang="ru-RU" sz="1600" b="0" i="0" dirty="0">
              <a:solidFill>
                <a:schemeClr val="tx1"/>
              </a:solidFill>
              <a:effectLst/>
              <a:latin typeface="Constantia" panose="02030602050306030303" pitchFamily="18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Процент пакетов, не дошедших до получателя.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Причины: переполнение буферов коммутаторов (очередей).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1" i="0" dirty="0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Метрики оценки:</a:t>
            </a:r>
            <a:r>
              <a:rPr lang="ru-RU" sz="1600" b="0" i="0" dirty="0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 Среднее значение, медиана, </a:t>
            </a:r>
            <a:r>
              <a:rPr lang="ru-RU" sz="1600" b="1" i="0" dirty="0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квантиль (процентиль)</a:t>
            </a:r>
            <a:r>
              <a:rPr lang="ru-RU" sz="1600" b="0" i="0" dirty="0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 — важнейший показатель для оценки «хвостов» задержек .</a:t>
            </a:r>
          </a:p>
          <a:p>
            <a:pPr marL="152400" indent="0">
              <a:buNone/>
            </a:pPr>
            <a:endParaRPr lang="ru-RU" dirty="0"/>
          </a:p>
        </p:txBody>
      </p:sp>
      <p:sp>
        <p:nvSpPr>
          <p:cNvPr id="6" name="Рисунок 5">
            <a:extLst>
              <a:ext uri="{FF2B5EF4-FFF2-40B4-BE49-F238E27FC236}">
                <a16:creationId xmlns:a16="http://schemas.microsoft.com/office/drawing/2014/main" id="{5DEABACC-823E-BDC7-97A7-F8DCD9262185}"/>
              </a:ext>
            </a:extLst>
          </p:cNvPr>
          <p:cNvSpPr>
            <a:spLocks noGrp="1"/>
          </p:cNvSpPr>
          <p:nvPr>
            <p:ph type="pic" idx="2"/>
          </p:nvPr>
        </p:nvSpPr>
        <p:spPr/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2BC63C4-E20F-D1AA-B6D5-7AFCDF661E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9033" y="2048400"/>
            <a:ext cx="5259429" cy="276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2559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1EACB6DF-E802-E219-DD98-645A6361E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1600" b="0" i="1" dirty="0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Механизм:</a:t>
            </a:r>
            <a:r>
              <a:rPr lang="ru-RU" sz="1600" b="0" i="0" dirty="0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 Что происходит, когда интерфейс перегружен и пакеты ждут отправки.</a:t>
            </a:r>
            <a:br>
              <a:rPr lang="ru-RU" sz="1600" b="0" i="0" dirty="0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</a:br>
            <a:r>
              <a:rPr lang="ru-RU" sz="1600" b="1" i="0" dirty="0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FIFO (First In, First Out):</a:t>
            </a:r>
            <a:r>
              <a:rPr lang="ru-RU" sz="1600" b="0" i="0" dirty="0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 Простейшая очередь. Не спасает при перегрузке.</a:t>
            </a:r>
            <a:br>
              <a:rPr lang="ru-RU" sz="1600" b="0" i="0" dirty="0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</a:br>
            <a:r>
              <a:rPr lang="ru-RU" sz="1600" b="1" i="0" dirty="0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PQ (</a:t>
            </a:r>
            <a:r>
              <a:rPr lang="ru-RU" sz="1600" b="1" i="0" dirty="0" err="1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Priority</a:t>
            </a:r>
            <a:r>
              <a:rPr lang="ru-RU" sz="1600" b="1" i="0" dirty="0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 </a:t>
            </a:r>
            <a:r>
              <a:rPr lang="ru-RU" sz="1600" b="1" i="0" dirty="0" err="1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Queuing</a:t>
            </a:r>
            <a:r>
              <a:rPr lang="ru-RU" sz="1600" b="1" i="0" dirty="0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):</a:t>
            </a:r>
            <a:r>
              <a:rPr lang="ru-RU" sz="1600" b="0" i="0" dirty="0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 Высокоприоритетный трафик обслуживается первым (опасность «голодания» низких классов) .</a:t>
            </a:r>
            <a:br>
              <a:rPr lang="ru-RU" sz="1600" b="0" i="0" dirty="0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</a:br>
            <a:r>
              <a:rPr lang="ru-RU" sz="1600" b="1" i="0" dirty="0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WFQ (</a:t>
            </a:r>
            <a:r>
              <a:rPr lang="ru-RU" sz="1600" b="1" i="0" dirty="0" err="1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Weighted</a:t>
            </a:r>
            <a:r>
              <a:rPr lang="ru-RU" sz="1600" b="1" i="0" dirty="0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 Fair </a:t>
            </a:r>
            <a:r>
              <a:rPr lang="ru-RU" sz="1600" b="1" i="0" dirty="0" err="1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Queuing</a:t>
            </a:r>
            <a:r>
              <a:rPr lang="ru-RU" sz="1600" b="1" i="0" dirty="0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):</a:t>
            </a:r>
            <a:r>
              <a:rPr lang="ru-RU" sz="1600" b="0" i="0" dirty="0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 Взвешенные очереди. Бандиты распределяется </a:t>
            </a:r>
            <a:r>
              <a:rPr lang="ru-RU" sz="1600" b="0" i="1" dirty="0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пропорционально</a:t>
            </a:r>
            <a:r>
              <a:rPr lang="ru-RU" sz="1600" b="0" i="0" dirty="0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 весу (весам классов) .</a:t>
            </a:r>
            <a:br>
              <a:rPr lang="ru-RU" sz="1800" dirty="0"/>
            </a:br>
            <a:r>
              <a:rPr lang="ru-RU" sz="800" b="0" i="0" dirty="0">
                <a:solidFill>
                  <a:srgbClr val="F9FAFB"/>
                </a:solidFill>
                <a:effectLst/>
                <a:latin typeface="quote-cjk-patch"/>
              </a:rPr>
              <a:t>) .</a:t>
            </a:r>
            <a:br>
              <a:rPr lang="ru-RU" sz="800" b="0" i="0" dirty="0">
                <a:solidFill>
                  <a:srgbClr val="F9FAFB"/>
                </a:solidFill>
                <a:effectLst/>
                <a:latin typeface="quote-cjk-patch"/>
              </a:rPr>
            </a:br>
            <a:br>
              <a:rPr lang="ru-RU" sz="800" b="1" dirty="0">
                <a:solidFill>
                  <a:srgbClr val="F9FAFB"/>
                </a:solidFill>
                <a:effectLst/>
                <a:latin typeface="quote-cjk-patch"/>
              </a:rPr>
            </a:br>
            <a:br>
              <a:rPr lang="ru-RU" sz="800" dirty="0"/>
            </a:br>
            <a:endParaRPr lang="ru-RU" sz="2800" dirty="0">
              <a:latin typeface="Constantia" panose="02030602050306030303" pitchFamily="18" charset="0"/>
            </a:endParaRPr>
          </a:p>
        </p:txBody>
      </p:sp>
      <p:sp>
        <p:nvSpPr>
          <p:cNvPr id="9" name="Заголовок 5">
            <a:extLst>
              <a:ext uri="{FF2B5EF4-FFF2-40B4-BE49-F238E27FC236}">
                <a16:creationId xmlns:a16="http://schemas.microsoft.com/office/drawing/2014/main" id="{9396D4BE-9636-8875-2BBA-A5DD99B932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47975" y="4205288"/>
            <a:ext cx="6496050" cy="893762"/>
          </a:xfrm>
        </p:spPr>
        <p:txBody>
          <a:bodyPr/>
          <a:lstStyle/>
          <a:p>
            <a:r>
              <a:rPr lang="ru-RU" sz="2400" b="1" dirty="0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Инструменты </a:t>
            </a:r>
            <a:r>
              <a:rPr lang="ru-RU" sz="2400" b="1" dirty="0" err="1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QoS</a:t>
            </a:r>
            <a:r>
              <a:rPr lang="ru-RU" sz="2400" b="1" dirty="0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 — Управление очередями (</a:t>
            </a:r>
            <a:r>
              <a:rPr lang="ru-RU" sz="2400" b="1" dirty="0" err="1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Queuing</a:t>
            </a:r>
            <a:r>
              <a:rPr lang="ru-RU" sz="2400" b="1" dirty="0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)</a:t>
            </a:r>
          </a:p>
          <a:p>
            <a:pPr algn="l"/>
            <a:br>
              <a:rPr lang="ru-RU" sz="1100" b="1" dirty="0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</a:br>
            <a:endParaRPr lang="ru-RU" sz="1100" dirty="0">
              <a:solidFill>
                <a:schemeClr val="tx1"/>
              </a:solidFill>
              <a:latin typeface="Constantia" panose="0203060205030603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61943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2A4BAEA8-CD57-F89C-670C-F7AB15CE7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400" b="1" dirty="0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Политика и Формирование трафика (</a:t>
            </a:r>
            <a:r>
              <a:rPr lang="ru-RU" sz="2400" b="1" dirty="0" err="1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Policing</a:t>
            </a:r>
            <a:r>
              <a:rPr lang="ru-RU" sz="2400" b="1" dirty="0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 &amp; </a:t>
            </a:r>
            <a:r>
              <a:rPr lang="ru-RU" sz="2400" b="1" dirty="0" err="1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Shaping</a:t>
            </a:r>
            <a:r>
              <a:rPr lang="ru-RU" sz="2400" b="1" dirty="0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)</a:t>
            </a:r>
            <a:endParaRPr lang="ru-RU" dirty="0">
              <a:latin typeface="Constantia" panose="02030602050306030303" pitchFamily="18" charset="0"/>
            </a:endParaRPr>
          </a:p>
        </p:txBody>
      </p:sp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id="{DACCD5BD-AA01-FC39-975E-83B99900084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chemeClr val="tx1"/>
                </a:solidFill>
                <a:effectLst/>
                <a:latin typeface="quote-cjk-patch"/>
              </a:rPr>
              <a:t>Инструменты управления перегрузками:</a:t>
            </a:r>
            <a:r>
              <a:rPr lang="ru-RU" b="0" i="0" dirty="0">
                <a:solidFill>
                  <a:schemeClr val="tx1"/>
                </a:solidFill>
                <a:effectLst/>
                <a:latin typeface="quote-cjk-patch"/>
              </a:rPr>
              <a:t> Регулировка входящего и исходящего трафика 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 err="1">
                <a:solidFill>
                  <a:schemeClr val="tx1"/>
                </a:solidFill>
                <a:effectLst/>
                <a:latin typeface="quote-cjk-patch"/>
              </a:rPr>
              <a:t>Policing</a:t>
            </a:r>
            <a:r>
              <a:rPr lang="ru-RU" b="1" i="0" dirty="0">
                <a:solidFill>
                  <a:schemeClr val="tx1"/>
                </a:solidFill>
                <a:effectLst/>
                <a:latin typeface="quote-cjk-patch"/>
              </a:rPr>
              <a:t> (Полицейский/Ограничитель):</a:t>
            </a:r>
            <a:endParaRPr lang="ru-RU" b="0" i="0" dirty="0">
              <a:solidFill>
                <a:schemeClr val="tx1"/>
              </a:solidFill>
              <a:effectLst/>
              <a:latin typeface="quote-cjk-patch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1" dirty="0">
                <a:solidFill>
                  <a:schemeClr val="tx1"/>
                </a:solidFill>
                <a:effectLst/>
                <a:latin typeface="quote-cjk-patch"/>
              </a:rPr>
              <a:t>Действие:</a:t>
            </a:r>
            <a:r>
              <a:rPr lang="ru-RU" b="0" i="0" dirty="0">
                <a:solidFill>
                  <a:schemeClr val="tx1"/>
                </a:solidFill>
                <a:effectLst/>
                <a:latin typeface="quote-cjk-patch"/>
              </a:rPr>
              <a:t> Бросает лишние пакеты (</a:t>
            </a:r>
            <a:r>
              <a:rPr lang="ru-RU" b="0" i="0" dirty="0" err="1">
                <a:solidFill>
                  <a:schemeClr val="tx1"/>
                </a:solidFill>
                <a:effectLst/>
                <a:latin typeface="quote-cjk-patch"/>
              </a:rPr>
              <a:t>drop</a:t>
            </a:r>
            <a:r>
              <a:rPr lang="ru-RU" b="0" i="0" dirty="0">
                <a:solidFill>
                  <a:schemeClr val="tx1"/>
                </a:solidFill>
                <a:effectLst/>
                <a:latin typeface="quote-cjk-patch"/>
              </a:rPr>
              <a:t>) или уменьшает приоритет.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1" dirty="0" err="1">
                <a:solidFill>
                  <a:schemeClr val="tx1"/>
                </a:solidFill>
                <a:effectLst/>
                <a:latin typeface="quote-cjk-patch"/>
              </a:rPr>
              <a:t>Placement</a:t>
            </a:r>
            <a:r>
              <a:rPr lang="ru-RU" b="0" i="1" dirty="0">
                <a:solidFill>
                  <a:schemeClr val="tx1"/>
                </a:solidFill>
                <a:effectLst/>
                <a:latin typeface="quote-cjk-patch"/>
              </a:rPr>
              <a:t>:</a:t>
            </a:r>
            <a:r>
              <a:rPr lang="ru-RU" b="0" i="0" dirty="0">
                <a:solidFill>
                  <a:schemeClr val="tx1"/>
                </a:solidFill>
                <a:effectLst/>
                <a:latin typeface="quote-cjk-patch"/>
              </a:rPr>
              <a:t> Обычно на входе (</a:t>
            </a:r>
            <a:r>
              <a:rPr lang="ru-RU" b="0" i="0" dirty="0" err="1">
                <a:solidFill>
                  <a:schemeClr val="tx1"/>
                </a:solidFill>
                <a:effectLst/>
                <a:latin typeface="quote-cjk-patch"/>
              </a:rPr>
              <a:t>Ingress</a:t>
            </a:r>
            <a:r>
              <a:rPr lang="ru-RU" b="0" i="0" dirty="0">
                <a:solidFill>
                  <a:schemeClr val="tx1"/>
                </a:solidFill>
                <a:effectLst/>
                <a:latin typeface="quote-cjk-patch"/>
              </a:rPr>
              <a:t>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 err="1">
                <a:solidFill>
                  <a:schemeClr val="tx1"/>
                </a:solidFill>
                <a:effectLst/>
                <a:latin typeface="quote-cjk-patch"/>
              </a:rPr>
              <a:t>Shaping</a:t>
            </a:r>
            <a:r>
              <a:rPr lang="ru-RU" b="1" i="0" dirty="0">
                <a:solidFill>
                  <a:schemeClr val="tx1"/>
                </a:solidFill>
                <a:effectLst/>
                <a:latin typeface="quote-cjk-patch"/>
              </a:rPr>
              <a:t> (Сглаживание/</a:t>
            </a:r>
            <a:r>
              <a:rPr lang="ru-RU" b="1" i="0" dirty="0" err="1">
                <a:solidFill>
                  <a:schemeClr val="tx1"/>
                </a:solidFill>
                <a:effectLst/>
                <a:latin typeface="quote-cjk-patch"/>
              </a:rPr>
              <a:t>Шейпер</a:t>
            </a:r>
            <a:r>
              <a:rPr lang="ru-RU" b="1" i="0" dirty="0">
                <a:solidFill>
                  <a:schemeClr val="tx1"/>
                </a:solidFill>
                <a:effectLst/>
                <a:latin typeface="quote-cjk-patch"/>
              </a:rPr>
              <a:t>):</a:t>
            </a:r>
            <a:endParaRPr lang="ru-RU" b="0" i="0" dirty="0">
              <a:solidFill>
                <a:schemeClr val="tx1"/>
              </a:solidFill>
              <a:effectLst/>
              <a:latin typeface="quote-cjk-patch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1" dirty="0">
                <a:solidFill>
                  <a:schemeClr val="tx1"/>
                </a:solidFill>
                <a:effectLst/>
                <a:latin typeface="quote-cjk-patch"/>
              </a:rPr>
              <a:t>Действие:</a:t>
            </a:r>
            <a:r>
              <a:rPr lang="ru-RU" b="0" i="0" dirty="0">
                <a:solidFill>
                  <a:schemeClr val="tx1"/>
                </a:solidFill>
                <a:effectLst/>
                <a:latin typeface="quote-cjk-patch"/>
              </a:rPr>
              <a:t> Задерживает пакеты в буфере, чтобы выровнять скорость (пульсацию).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1" dirty="0" err="1">
                <a:solidFill>
                  <a:schemeClr val="tx1"/>
                </a:solidFill>
                <a:effectLst/>
                <a:latin typeface="quote-cjk-patch"/>
              </a:rPr>
              <a:t>Placement</a:t>
            </a:r>
            <a:r>
              <a:rPr lang="ru-RU" b="0" i="1" dirty="0">
                <a:solidFill>
                  <a:schemeClr val="tx1"/>
                </a:solidFill>
                <a:effectLst/>
                <a:latin typeface="quote-cjk-patch"/>
              </a:rPr>
              <a:t>:</a:t>
            </a:r>
            <a:r>
              <a:rPr lang="ru-RU" b="0" i="0" dirty="0">
                <a:solidFill>
                  <a:schemeClr val="tx1"/>
                </a:solidFill>
                <a:effectLst/>
                <a:latin typeface="quote-cjk-patch"/>
              </a:rPr>
              <a:t> Обычно на выходе (</a:t>
            </a:r>
            <a:r>
              <a:rPr lang="ru-RU" b="0" i="0" dirty="0" err="1">
                <a:solidFill>
                  <a:schemeClr val="tx1"/>
                </a:solidFill>
                <a:effectLst/>
                <a:latin typeface="quote-cjk-patch"/>
              </a:rPr>
              <a:t>Egress</a:t>
            </a:r>
            <a:r>
              <a:rPr lang="ru-RU" b="0" i="0" dirty="0">
                <a:solidFill>
                  <a:schemeClr val="tx1"/>
                </a:solidFill>
                <a:effectLst/>
                <a:latin typeface="quote-cjk-patch"/>
              </a:rPr>
              <a:t>) перед медленным линком.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chemeClr val="tx1"/>
                </a:solidFill>
                <a:effectLst/>
                <a:latin typeface="quote-cjk-patch"/>
              </a:rPr>
              <a:t>Алгоритм:</a:t>
            </a:r>
            <a:r>
              <a:rPr lang="ru-RU" b="0" i="0" dirty="0">
                <a:solidFill>
                  <a:schemeClr val="tx1"/>
                </a:solidFill>
                <a:effectLst/>
                <a:latin typeface="quote-cjk-patch"/>
              </a:rPr>
              <a:t> «Токен </a:t>
            </a:r>
            <a:r>
              <a:rPr lang="ru-RU" b="0" i="0" dirty="0" err="1">
                <a:solidFill>
                  <a:schemeClr val="tx1"/>
                </a:solidFill>
                <a:effectLst/>
                <a:latin typeface="quote-cjk-patch"/>
              </a:rPr>
              <a:t>бакет</a:t>
            </a:r>
            <a:r>
              <a:rPr lang="ru-RU" b="0" i="0" dirty="0">
                <a:solidFill>
                  <a:schemeClr val="tx1"/>
                </a:solidFill>
                <a:effectLst/>
                <a:latin typeface="quote-cjk-patch"/>
              </a:rPr>
              <a:t>» (</a:t>
            </a:r>
            <a:r>
              <a:rPr lang="ru-RU" b="0" i="0" dirty="0" err="1">
                <a:solidFill>
                  <a:schemeClr val="tx1"/>
                </a:solidFill>
                <a:effectLst/>
                <a:latin typeface="quote-cjk-patch"/>
              </a:rPr>
              <a:t>Token</a:t>
            </a:r>
            <a:r>
              <a:rPr lang="ru-RU" b="0" i="0" dirty="0">
                <a:solidFill>
                  <a:schemeClr val="tx1"/>
                </a:solidFill>
                <a:effectLst/>
                <a:latin typeface="quote-cjk-patch"/>
              </a:rPr>
              <a:t> </a:t>
            </a:r>
            <a:r>
              <a:rPr lang="ru-RU" b="0" i="0" dirty="0" err="1">
                <a:solidFill>
                  <a:schemeClr val="tx1"/>
                </a:solidFill>
                <a:effectLst/>
                <a:latin typeface="quote-cjk-patch"/>
              </a:rPr>
              <a:t>Bucket</a:t>
            </a:r>
            <a:r>
              <a:rPr lang="ru-RU" b="0" i="0" dirty="0">
                <a:solidFill>
                  <a:schemeClr val="tx1"/>
                </a:solidFill>
                <a:effectLst/>
                <a:latin typeface="quote-cjk-patch"/>
              </a:rPr>
              <a:t>) — контроль пульсации (</a:t>
            </a:r>
            <a:r>
              <a:rPr lang="ru-RU" b="0" i="0" dirty="0" err="1">
                <a:solidFill>
                  <a:schemeClr val="tx1"/>
                </a:solidFill>
                <a:effectLst/>
                <a:latin typeface="quote-cjk-patch"/>
              </a:rPr>
              <a:t>burst</a:t>
            </a:r>
            <a:r>
              <a:rPr lang="ru-RU" b="0" i="0" dirty="0">
                <a:solidFill>
                  <a:schemeClr val="tx1"/>
                </a:solidFill>
                <a:effectLst/>
                <a:latin typeface="quote-cjk-patch"/>
              </a:rPr>
              <a:t>) .</a:t>
            </a:r>
          </a:p>
          <a:p>
            <a:pPr marL="152400" indent="0">
              <a:buNone/>
            </a:pPr>
            <a:endParaRPr lang="ru-RU" dirty="0"/>
          </a:p>
        </p:txBody>
      </p:sp>
      <p:sp>
        <p:nvSpPr>
          <p:cNvPr id="6" name="Рисунок 5">
            <a:extLst>
              <a:ext uri="{FF2B5EF4-FFF2-40B4-BE49-F238E27FC236}">
                <a16:creationId xmlns:a16="http://schemas.microsoft.com/office/drawing/2014/main" id="{91D2D445-17A9-5E34-BA99-B150A5E822F8}"/>
              </a:ext>
            </a:extLst>
          </p:cNvPr>
          <p:cNvSpPr>
            <a:spLocks noGrp="1"/>
          </p:cNvSpPr>
          <p:nvPr>
            <p:ph type="pic" idx="2"/>
          </p:nvPr>
        </p:nvSpPr>
        <p:spPr/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23FADCB-70C0-0889-7A78-3281E45A4C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8633" y="2719600"/>
            <a:ext cx="3987201" cy="1960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28273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71557ED7-65CE-7DE9-0A34-69AB6AC087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400" b="1" dirty="0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Модель </a:t>
            </a:r>
            <a:r>
              <a:rPr lang="ru-RU" sz="2400" b="1" dirty="0" err="1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IntServ</a:t>
            </a:r>
            <a:r>
              <a:rPr lang="ru-RU" sz="2400" b="1" dirty="0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 и RSVP (Интегральные услуги)</a:t>
            </a:r>
            <a:endParaRPr lang="ru-RU" dirty="0"/>
          </a:p>
        </p:txBody>
      </p:sp>
      <p:sp>
        <p:nvSpPr>
          <p:cNvPr id="8" name="Подзаголовок 7">
            <a:extLst>
              <a:ext uri="{FF2B5EF4-FFF2-40B4-BE49-F238E27FC236}">
                <a16:creationId xmlns:a16="http://schemas.microsoft.com/office/drawing/2014/main" id="{F4EFA4DA-56BF-178E-2A32-CC7EF103C08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sz="1600" b="1" i="0" dirty="0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Идея:</a:t>
            </a:r>
            <a:r>
              <a:rPr lang="ru-RU" sz="1600" b="0" i="0" dirty="0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 Персональный подход. Резервирование ресурсов для каждого потока «от конца до конца».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1" i="0" dirty="0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Протокол RSVP (Resource </a:t>
            </a:r>
            <a:r>
              <a:rPr lang="ru-RU" sz="1600" b="1" i="0" dirty="0" err="1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Reservation</a:t>
            </a:r>
            <a:r>
              <a:rPr lang="ru-RU" sz="1600" b="1" i="0" dirty="0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 Protocol):</a:t>
            </a:r>
            <a:r>
              <a:rPr lang="ru-RU" sz="1600" b="0" i="0" dirty="0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 Сигнальный протокол, который просит каждый маршрутизатор выделить память/полосу для конкретного сеанса 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1" i="0" dirty="0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Плюс:</a:t>
            </a:r>
            <a:r>
              <a:rPr lang="ru-RU" sz="1600" b="0" i="0" dirty="0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 Жесткие гарантии (например, для хирургии).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1" i="0" dirty="0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Минус:</a:t>
            </a:r>
            <a:r>
              <a:rPr lang="ru-RU" sz="1600" b="0" i="0" dirty="0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 Масштабируемость. Core-роутеры Интернета не могут хранить состояние миллионов потоков (</a:t>
            </a:r>
            <a:r>
              <a:rPr lang="ru-RU" sz="1600" b="1" i="0" dirty="0" err="1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Statefull</a:t>
            </a:r>
            <a:r>
              <a:rPr lang="ru-RU" sz="1600" b="0" i="0" dirty="0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). Это «узкое горлышко» .</a:t>
            </a:r>
          </a:p>
          <a:p>
            <a:pPr marL="152400" indent="0">
              <a:buNone/>
            </a:pPr>
            <a:endParaRPr lang="ru-RU" dirty="0"/>
          </a:p>
        </p:txBody>
      </p:sp>
      <p:sp>
        <p:nvSpPr>
          <p:cNvPr id="9" name="Рисунок 8">
            <a:extLst>
              <a:ext uri="{FF2B5EF4-FFF2-40B4-BE49-F238E27FC236}">
                <a16:creationId xmlns:a16="http://schemas.microsoft.com/office/drawing/2014/main" id="{E7F515FD-E45E-6A96-19F7-C752A56B3AB4}"/>
              </a:ext>
            </a:extLst>
          </p:cNvPr>
          <p:cNvSpPr>
            <a:spLocks noGrp="1"/>
          </p:cNvSpPr>
          <p:nvPr>
            <p:ph type="pic" idx="2"/>
          </p:nvPr>
        </p:nvSpPr>
        <p:spPr/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DC5918D-7026-656E-89B7-A357877604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7625" y="2252662"/>
            <a:ext cx="5094375" cy="2352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11859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082451E7-670E-8456-3CF7-900D753E9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800" b="1" dirty="0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Модель </a:t>
            </a:r>
            <a:r>
              <a:rPr lang="en-US" sz="2800" b="1" dirty="0" err="1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DiffServ</a:t>
            </a:r>
            <a:r>
              <a:rPr lang="en-US" sz="2800" b="1" dirty="0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 (</a:t>
            </a:r>
            <a:r>
              <a:rPr lang="ru-RU" sz="2800" b="1" dirty="0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Дифференцированные услуги)</a:t>
            </a:r>
            <a:br>
              <a:rPr lang="ru-RU" b="1" dirty="0">
                <a:solidFill>
                  <a:srgbClr val="F9FAFB"/>
                </a:solidFill>
                <a:effectLst/>
                <a:latin typeface="quote-cjk-patch"/>
              </a:rPr>
            </a:br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6719BF5E-3950-F904-4E5C-F7A0E93B26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sz="2000" b="1" i="0" dirty="0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Идея:</a:t>
            </a:r>
            <a:r>
              <a:rPr lang="ru-RU" sz="2000" b="0" i="0" dirty="0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 «Классовый подход». Проще и </a:t>
            </a:r>
            <a:r>
              <a:rPr lang="ru-RU" sz="2000" b="0" i="0" dirty="0" err="1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масштабируемее</a:t>
            </a:r>
            <a:r>
              <a:rPr lang="ru-RU" sz="2000" b="0" i="0" dirty="0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, чем </a:t>
            </a:r>
            <a:r>
              <a:rPr lang="ru-RU" sz="2000" b="0" i="0" dirty="0" err="1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IntServ</a:t>
            </a:r>
            <a:r>
              <a:rPr lang="ru-RU" sz="2000" b="0" i="0" dirty="0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1" i="0" dirty="0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Механизм:</a:t>
            </a:r>
            <a:endParaRPr lang="ru-RU" sz="2000" b="0" i="0" dirty="0">
              <a:solidFill>
                <a:schemeClr val="tx1"/>
              </a:solidFill>
              <a:effectLst/>
              <a:latin typeface="Constantia" panose="02030602050306030303" pitchFamily="18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sz="2000" b="1" i="0" dirty="0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Классификация/Маркировка:</a:t>
            </a:r>
            <a:r>
              <a:rPr lang="ru-RU" sz="2000" b="0" i="0" dirty="0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 На границе сети пакету в поле DSCP (</a:t>
            </a:r>
            <a:r>
              <a:rPr lang="ru-RU" sz="2000" b="0" i="0" dirty="0" err="1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Differentiated</a:t>
            </a:r>
            <a:r>
              <a:rPr lang="ru-RU" sz="2000" b="0" i="0" dirty="0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 Services Code Point) ставится метка (например, EF — </a:t>
            </a:r>
            <a:r>
              <a:rPr lang="ru-RU" sz="2000" b="0" i="0" dirty="0" err="1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Expedited</a:t>
            </a:r>
            <a:r>
              <a:rPr lang="ru-RU" sz="2000" b="0" i="0" dirty="0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 </a:t>
            </a:r>
            <a:r>
              <a:rPr lang="ru-RU" sz="2000" b="0" i="0" dirty="0" err="1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Forwarding</a:t>
            </a:r>
            <a:r>
              <a:rPr lang="ru-RU" sz="2000" b="0" i="0" dirty="0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) 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sz="2000" b="1" i="0" dirty="0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PHB (</a:t>
            </a:r>
            <a:r>
              <a:rPr lang="ru-RU" sz="2000" b="1" i="0" dirty="0" err="1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Per-Hop</a:t>
            </a:r>
            <a:r>
              <a:rPr lang="ru-RU" sz="2000" b="1" i="0" dirty="0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 </a:t>
            </a:r>
            <a:r>
              <a:rPr lang="ru-RU" sz="2000" b="1" i="0" dirty="0" err="1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Behavior</a:t>
            </a:r>
            <a:r>
              <a:rPr lang="ru-RU" sz="2000" b="1" i="0" dirty="0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):</a:t>
            </a:r>
            <a:r>
              <a:rPr lang="ru-RU" sz="2000" b="0" i="0" dirty="0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 Внутренние маршрутизаторы смотрят только на метку DSCP и знают, какую очередь использовать (например, EF в приоритетную).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1" i="0" dirty="0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Плюс:</a:t>
            </a:r>
            <a:r>
              <a:rPr lang="ru-RU" sz="2000" b="0" i="0" dirty="0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 Не хранит состояние потоков (</a:t>
            </a:r>
            <a:r>
              <a:rPr lang="ru-RU" sz="2000" b="1" i="0" dirty="0" err="1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Stateless</a:t>
            </a:r>
            <a:r>
              <a:rPr lang="ru-RU" sz="2000" b="0" i="0" dirty="0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), легко работает в ядре сети.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77870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F5F845-D0C5-9FBC-FF3C-47DBE352A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MPLS </a:t>
            </a:r>
            <a:r>
              <a:rPr lang="ru-RU" sz="2800" b="1" dirty="0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и </a:t>
            </a:r>
            <a:r>
              <a:rPr lang="en-US" sz="2800" b="1" dirty="0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Traffic Engineering (TE) — </a:t>
            </a:r>
            <a:r>
              <a:rPr lang="ru-RU" sz="2800" b="1" dirty="0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как у </a:t>
            </a:r>
            <a:r>
              <a:rPr lang="ru-RU" sz="2800" b="1" dirty="0" err="1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Олиферов</a:t>
            </a:r>
            <a:br>
              <a:rPr lang="ru-RU" b="1" dirty="0">
                <a:solidFill>
                  <a:srgbClr val="F9FAFB"/>
                </a:solidFill>
                <a:effectLst/>
                <a:latin typeface="quote-cjk-patch"/>
              </a:rPr>
            </a:b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DBC2F49-C903-0C42-3CA4-E5D9FE7987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sz="1800" b="1" i="0" dirty="0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Проблема: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 IP маршрутизация всегда идет по кратчайшему пути. Может так случиться, что «короткий путь» забит, а «длинный» пуст.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1" i="0" dirty="0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Решение: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 MLS (</a:t>
            </a:r>
            <a:r>
              <a:rPr lang="ru-RU" sz="1800" b="0" i="0" dirty="0" err="1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MultiProtocol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 Label </a:t>
            </a:r>
            <a:r>
              <a:rPr lang="ru-RU" sz="1800" b="0" i="0" dirty="0" err="1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Switching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). Коммутация по меткам, а не по IP-адресу.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1" i="0" dirty="0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MPLS TE (</a:t>
            </a:r>
            <a:r>
              <a:rPr lang="ru-RU" sz="1800" b="1" i="0" dirty="0" err="1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Traffic</a:t>
            </a:r>
            <a:r>
              <a:rPr lang="ru-RU" sz="1800" b="1" i="0" dirty="0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 Engineering):</a:t>
            </a:r>
            <a:endParaRPr lang="ru-RU" sz="1800" b="0" i="0" dirty="0">
              <a:solidFill>
                <a:schemeClr val="tx1"/>
              </a:solidFill>
              <a:effectLst/>
              <a:latin typeface="Constantia" panose="02030602050306030303" pitchFamily="18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Позволяет строить виртуальные туннели (LSP) с резервированием полосы.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Позволяет перенаправить часть трафика с забитого линка на свободный (</a:t>
            </a:r>
            <a:r>
              <a:rPr lang="ru-RU" sz="1800" b="0" i="0" dirty="0" err="1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Constraint-based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 </a:t>
            </a:r>
            <a:r>
              <a:rPr lang="ru-RU" sz="1800" b="0" i="0" dirty="0" err="1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routing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) .</a:t>
            </a:r>
          </a:p>
          <a:p>
            <a:endParaRPr lang="ru-RU" dirty="0"/>
          </a:p>
        </p:txBody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287AC3DA-0B50-9ED9-CF1C-3FBC7C2193C6}"/>
              </a:ext>
            </a:extLst>
          </p:cNvPr>
          <p:cNvSpPr>
            <a:spLocks noGrp="1"/>
          </p:cNvSpPr>
          <p:nvPr>
            <p:ph type="pic" idx="2"/>
          </p:nvPr>
        </p:nvSpPr>
        <p:spPr/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B51330F-45E7-F99E-441C-391A173C2A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668103"/>
            <a:ext cx="5186253" cy="1534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48521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1D4F777F-5299-8AB9-0599-99593EA9B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Резюме и Иерархия </a:t>
            </a:r>
            <a:r>
              <a:rPr lang="en-US" b="1" dirty="0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QoS</a:t>
            </a:r>
            <a:br>
              <a:rPr lang="en-US" b="1" dirty="0">
                <a:solidFill>
                  <a:srgbClr val="F9FAFB"/>
                </a:solidFill>
                <a:effectLst/>
                <a:latin typeface="quote-cjk-patch"/>
              </a:rPr>
            </a:br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F6020E92-0FBD-1724-3895-85E992E408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2400" b="1" i="0" dirty="0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Best-Effort:</a:t>
            </a:r>
            <a:r>
              <a:rPr lang="en-US" sz="2400" b="0" i="0" dirty="0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 </a:t>
            </a:r>
            <a:r>
              <a:rPr lang="ru-RU" sz="2400" b="0" i="0" dirty="0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Нет гарантий (Интернет по умолчанию) 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1" i="0" dirty="0" err="1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DiffServ</a:t>
            </a:r>
            <a:r>
              <a:rPr lang="en-US" sz="2400" b="1" i="0" dirty="0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:</a:t>
            </a:r>
            <a:r>
              <a:rPr lang="en-US" sz="2400" b="0" i="0" dirty="0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 </a:t>
            </a:r>
            <a:r>
              <a:rPr lang="ru-RU" sz="2400" b="0" i="0" dirty="0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Качество классами обслуживания (</a:t>
            </a:r>
            <a:r>
              <a:rPr lang="en-US" sz="2400" b="0" i="0" dirty="0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VoIP </a:t>
            </a:r>
            <a:r>
              <a:rPr lang="ru-RU" sz="2400" b="0" i="0" dirty="0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выше, чем </a:t>
            </a:r>
            <a:r>
              <a:rPr lang="en-US" sz="2400" b="0" i="0" dirty="0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HTTP) — </a:t>
            </a:r>
            <a:r>
              <a:rPr lang="ru-RU" sz="2400" b="0" i="0" dirty="0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масштабируемо 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1" i="0" dirty="0" err="1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IntServ</a:t>
            </a:r>
            <a:r>
              <a:rPr lang="en-US" sz="2400" b="1" i="0" dirty="0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/RSVP:</a:t>
            </a:r>
            <a:r>
              <a:rPr lang="en-US" sz="2400" b="0" i="0" dirty="0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 </a:t>
            </a:r>
            <a:r>
              <a:rPr lang="ru-RU" sz="2400" b="0" i="0" dirty="0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Индивидуальные гарантии для конкретных приложений — сложно.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1" i="0" dirty="0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Вывод:</a:t>
            </a:r>
            <a:r>
              <a:rPr lang="ru-RU" sz="2400" b="0" i="0" dirty="0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 Современные сети работают как </a:t>
            </a:r>
            <a:r>
              <a:rPr lang="ru-RU" sz="2400" b="1" i="0" dirty="0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гибрид</a:t>
            </a:r>
            <a:r>
              <a:rPr lang="ru-RU" sz="2400" b="0" i="0" dirty="0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Ядро сети (</a:t>
            </a:r>
            <a:r>
              <a:rPr lang="en-US" sz="2400" b="0" i="0" dirty="0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Core) — </a:t>
            </a:r>
            <a:r>
              <a:rPr lang="en-US" sz="2400" b="0" i="0" dirty="0" err="1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DiffServ</a:t>
            </a:r>
            <a:r>
              <a:rPr lang="en-US" sz="2400" b="0" i="0" dirty="0"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 + MPLS TE.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Края сети (</a:t>
            </a:r>
            <a:r>
              <a:rPr lang="en-US" b="0" i="0" dirty="0">
                <a:solidFill>
                  <a:srgbClr val="F9FAFB"/>
                </a:solidFill>
                <a:effectLst/>
                <a:latin typeface="quote-cjk-patch"/>
              </a:rPr>
              <a:t>Edge) — Shaping/Policing + 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иногда </a:t>
            </a:r>
            <a:r>
              <a:rPr lang="en-US" b="0" i="0" dirty="0">
                <a:solidFill>
                  <a:srgbClr val="F9FAFB"/>
                </a:solidFill>
                <a:effectLst/>
                <a:latin typeface="quote-cjk-patch"/>
              </a:rPr>
              <a:t>RSVP 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1784374"/>
      </p:ext>
    </p:extLst>
  </p:cSld>
  <p:clrMapOvr>
    <a:masterClrMapping/>
  </p:clrMapOvr>
</p:sld>
</file>

<file path=ppt/theme/theme1.xml><?xml version="1.0" encoding="utf-8"?>
<a:theme xmlns:a="http://schemas.openxmlformats.org/drawingml/2006/main" name="Multimedia Software Pitch Deck by Slidesgo">
  <a:themeElements>
    <a:clrScheme name="Simple Light">
      <a:dk1>
        <a:srgbClr val="35363B"/>
      </a:dk1>
      <a:lt1>
        <a:srgbClr val="F3F3F3"/>
      </a:lt1>
      <a:dk2>
        <a:srgbClr val="D9DDE3"/>
      </a:dk2>
      <a:lt2>
        <a:srgbClr val="BA0034"/>
      </a:lt2>
      <a:accent1>
        <a:srgbClr val="F8B85E"/>
      </a:accent1>
      <a:accent2>
        <a:srgbClr val="34909D"/>
      </a:accent2>
      <a:accent3>
        <a:srgbClr val="55C0ED"/>
      </a:accent3>
      <a:accent4>
        <a:srgbClr val="6F7082"/>
      </a:accent4>
      <a:accent5>
        <a:srgbClr val="CED0D6"/>
      </a:accent5>
      <a:accent6>
        <a:srgbClr val="42444F"/>
      </a:accent6>
      <a:hlink>
        <a:srgbClr val="35363B"/>
      </a:hlink>
      <a:folHlink>
        <a:srgbClr val="0097A7"/>
      </a:folHlink>
    </a:clrScheme>
    <a:fontScheme name="Стандартная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Multimedia Software Pitch Deck by Slidesgo</Template>
  <TotalTime>48</TotalTime>
  <Words>741</Words>
  <Application>Microsoft Office PowerPoint</Application>
  <PresentationFormat>Широкоэкранный</PresentationFormat>
  <Paragraphs>54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11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10</vt:i4>
      </vt:variant>
    </vt:vector>
  </HeadingPairs>
  <TitlesOfParts>
    <vt:vector size="23" baseType="lpstr">
      <vt:lpstr>Arial</vt:lpstr>
      <vt:lpstr>Calibri</vt:lpstr>
      <vt:lpstr>Constantia</vt:lpstr>
      <vt:lpstr>Epilogue</vt:lpstr>
      <vt:lpstr>Lato</vt:lpstr>
      <vt:lpstr>Nunito Light</vt:lpstr>
      <vt:lpstr>Open Sans</vt:lpstr>
      <vt:lpstr>Proxima Nova</vt:lpstr>
      <vt:lpstr>PT Sans</vt:lpstr>
      <vt:lpstr>quote-cjk-patch</vt:lpstr>
      <vt:lpstr>Raleway</vt:lpstr>
      <vt:lpstr>Multimedia Software Pitch Deck by Slidesgo</vt:lpstr>
      <vt:lpstr>Slidesgo Final Pages</vt:lpstr>
      <vt:lpstr>Сетевые характеристики и качество обслуживания (QoS)</vt:lpstr>
      <vt:lpstr> От «лучшего усердия» (Best-Effort) к гарантиям</vt:lpstr>
      <vt:lpstr>Ключевые характеристики производительности сети (Олифер) </vt:lpstr>
      <vt:lpstr>Вариация задержки (Jitter) и Надежность</vt:lpstr>
      <vt:lpstr>Механизм: Что происходит, когда интерфейс перегружен и пакеты ждут отправки. FIFO (First In, First Out): Простейшая очередь. Не спасает при перегрузке. PQ (Priority Queuing): Высокоприоритетный трафик обслуживается первым (опасность «голодания» низких классов) . WFQ (Weighted Fair Queuing): Взвешенные очереди. Бандиты распределяется пропорционально весу (весам классов) . ) .   </vt:lpstr>
      <vt:lpstr>Политика и Формирование трафика (Policing &amp; Shaping)</vt:lpstr>
      <vt:lpstr>Модель IntServ и RSVP (Интегральные услуги)</vt:lpstr>
      <vt:lpstr>Модель DiffServ (Дифференцированные услуги) </vt:lpstr>
      <vt:lpstr>MPLS и Traffic Engineering (TE) — как у Олиферов </vt:lpstr>
      <vt:lpstr>Резюме и Иерархия QoS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Тимофей Климин</dc:creator>
  <cp:lastModifiedBy>Тимофей Климин</cp:lastModifiedBy>
  <cp:revision>1</cp:revision>
  <dcterms:created xsi:type="dcterms:W3CDTF">2026-04-30T06:32:44Z</dcterms:created>
  <dcterms:modified xsi:type="dcterms:W3CDTF">2026-04-30T07:21:10Z</dcterms:modified>
</cp:coreProperties>
</file>